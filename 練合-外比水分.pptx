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2" r:id="rId1"/>
  </p:sldMasterIdLst>
  <p:notesMasterIdLst>
    <p:notesMasterId r:id="rId10"/>
  </p:notesMasterIdLst>
  <p:handoutMasterIdLst>
    <p:handoutMasterId r:id="rId11"/>
  </p:handoutMasterIdLst>
  <p:sldIdLst>
    <p:sldId id="627" r:id="rId2"/>
    <p:sldId id="734" r:id="rId3"/>
    <p:sldId id="744" r:id="rId4"/>
    <p:sldId id="742" r:id="rId5"/>
    <p:sldId id="743" r:id="rId6"/>
    <p:sldId id="747" r:id="rId7"/>
    <p:sldId id="748" r:id="rId8"/>
    <p:sldId id="715" r:id="rId9"/>
  </p:sldIdLst>
  <p:sldSz cx="12192000" cy="6858000"/>
  <p:notesSz cx="7104063" cy="10234613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Tahoma" panose="020B0604030504040204" pitchFamily="34" charset="0"/>
        <a:ea typeface="標楷體" panose="03000509000000000000" pitchFamily="65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Tahoma" panose="020B0604030504040204" pitchFamily="34" charset="0"/>
        <a:ea typeface="標楷體" panose="03000509000000000000" pitchFamily="65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Tahoma" panose="020B0604030504040204" pitchFamily="34" charset="0"/>
        <a:ea typeface="標楷體" panose="03000509000000000000" pitchFamily="65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Tahoma" panose="020B0604030504040204" pitchFamily="34" charset="0"/>
        <a:ea typeface="標楷體" panose="03000509000000000000" pitchFamily="65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Tahoma" panose="020B0604030504040204" pitchFamily="34" charset="0"/>
        <a:ea typeface="標楷體" panose="03000509000000000000" pitchFamily="65" charset="-120"/>
        <a:cs typeface="+mn-cs"/>
      </a:defRPr>
    </a:lvl5pPr>
    <a:lvl6pPr marL="2286000" algn="l" defTabSz="914400" rtl="0" eaLnBrk="1" latinLnBrk="0" hangingPunct="1">
      <a:defRPr kumimoji="1" sz="2000" kern="1200">
        <a:solidFill>
          <a:schemeClr val="tx1"/>
        </a:solidFill>
        <a:latin typeface="Tahoma" panose="020B0604030504040204" pitchFamily="34" charset="0"/>
        <a:ea typeface="標楷體" panose="03000509000000000000" pitchFamily="65" charset="-120"/>
        <a:cs typeface="+mn-cs"/>
      </a:defRPr>
    </a:lvl6pPr>
    <a:lvl7pPr marL="2743200" algn="l" defTabSz="914400" rtl="0" eaLnBrk="1" latinLnBrk="0" hangingPunct="1">
      <a:defRPr kumimoji="1" sz="2000" kern="1200">
        <a:solidFill>
          <a:schemeClr val="tx1"/>
        </a:solidFill>
        <a:latin typeface="Tahoma" panose="020B0604030504040204" pitchFamily="34" charset="0"/>
        <a:ea typeface="標楷體" panose="03000509000000000000" pitchFamily="65" charset="-120"/>
        <a:cs typeface="+mn-cs"/>
      </a:defRPr>
    </a:lvl7pPr>
    <a:lvl8pPr marL="3200400" algn="l" defTabSz="914400" rtl="0" eaLnBrk="1" latinLnBrk="0" hangingPunct="1">
      <a:defRPr kumimoji="1" sz="2000" kern="1200">
        <a:solidFill>
          <a:schemeClr val="tx1"/>
        </a:solidFill>
        <a:latin typeface="Tahoma" panose="020B0604030504040204" pitchFamily="34" charset="0"/>
        <a:ea typeface="標楷體" panose="03000509000000000000" pitchFamily="65" charset="-120"/>
        <a:cs typeface="+mn-cs"/>
      </a:defRPr>
    </a:lvl8pPr>
    <a:lvl9pPr marL="3657600" algn="l" defTabSz="914400" rtl="0" eaLnBrk="1" latinLnBrk="0" hangingPunct="1">
      <a:defRPr kumimoji="1" sz="2000" kern="1200">
        <a:solidFill>
          <a:schemeClr val="tx1"/>
        </a:solidFill>
        <a:latin typeface="Tahoma" panose="020B0604030504040204" pitchFamily="34" charset="0"/>
        <a:ea typeface="標楷體" panose="03000509000000000000" pitchFamily="65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5" userDrawn="1">
          <p15:clr>
            <a:srgbClr val="A4A3A4"/>
          </p15:clr>
        </p15:guide>
        <p15:guide id="2" pos="2239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3333CC"/>
    <a:srgbClr val="C8C8C8"/>
    <a:srgbClr val="3333FF"/>
    <a:srgbClr val="CC0000"/>
    <a:srgbClr val="33CC33"/>
    <a:srgbClr val="FFFF66"/>
    <a:srgbClr val="6AECFA"/>
    <a:srgbClr val="CC33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淺色樣式 1 - 輔色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750" autoAdjust="0"/>
    <p:restoredTop sz="94854" autoAdjust="0"/>
  </p:normalViewPr>
  <p:slideViewPr>
    <p:cSldViewPr>
      <p:cViewPr>
        <p:scale>
          <a:sx n="66" d="100"/>
          <a:sy n="66" d="100"/>
        </p:scale>
        <p:origin x="1404" y="95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606"/>
    </p:cViewPr>
  </p:sorterViewPr>
  <p:notesViewPr>
    <p:cSldViewPr>
      <p:cViewPr varScale="1">
        <p:scale>
          <a:sx n="60" d="100"/>
          <a:sy n="60" d="100"/>
        </p:scale>
        <p:origin x="-1098" y="-78"/>
      </p:cViewPr>
      <p:guideLst>
        <p:guide orient="horz" pos="3225"/>
        <p:guide pos="223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5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8" tIns="47394" rIns="94788" bIns="47394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635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3203" y="0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8" tIns="47394" rIns="94788" bIns="47394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635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0673"/>
            <a:ext cx="3079202" cy="5123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8" tIns="47394" rIns="94788" bIns="47394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635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3203" y="9720673"/>
            <a:ext cx="3079202" cy="5123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8" tIns="47394" rIns="94788" bIns="4739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6CEE0F9E-EE3A-4D85-92B4-709945D07A6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8" tIns="47394" rIns="94788" bIns="47394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587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3203" y="0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8" tIns="47394" rIns="94788" bIns="47394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41288" y="766763"/>
            <a:ext cx="6823075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587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10075" y="4861155"/>
            <a:ext cx="5683914" cy="46074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8" tIns="47394" rIns="94788" bIns="4739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/>
              <a:t>按一下以編輯母片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1587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0673"/>
            <a:ext cx="3079202" cy="5123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8" tIns="47394" rIns="94788" bIns="47394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587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3203" y="9720673"/>
            <a:ext cx="3079202" cy="5123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8" tIns="47394" rIns="94788" bIns="4739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984224DF-4E30-468D-ADED-F7DAE3824DB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1288" y="766763"/>
            <a:ext cx="6821487" cy="3838575"/>
          </a:xfrm>
          <a:ln/>
        </p:spPr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/>
          <p:cNvSpPr>
            <a:spLocks noChangeArrowheads="1"/>
          </p:cNvSpPr>
          <p:nvPr/>
        </p:nvSpPr>
        <p:spPr bwMode="auto">
          <a:xfrm>
            <a:off x="914400" y="2393950"/>
            <a:ext cx="103632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2000"/>
          </a:p>
        </p:txBody>
      </p:sp>
      <p:sp>
        <p:nvSpPr>
          <p:cNvPr id="1884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  <a:prstGeom prst="rect">
            <a:avLst/>
          </a:prstGeom>
        </p:spPr>
        <p:txBody>
          <a:bodyPr/>
          <a:lstStyle>
            <a:lvl1pPr>
              <a:defRPr sz="4000"/>
            </a:lvl1pPr>
          </a:lstStyle>
          <a:p>
            <a:pPr lvl="0"/>
            <a:r>
              <a:rPr lang="zh-TW" altLang="en-US" noProof="0"/>
              <a:t>按一下以編輯母片標題樣式</a:t>
            </a:r>
          </a:p>
        </p:txBody>
      </p:sp>
      <p:sp>
        <p:nvSpPr>
          <p:cNvPr id="1884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pPr lvl="0"/>
            <a:r>
              <a:rPr lang="zh-TW" altLang="en-US" noProof="0"/>
              <a:t>按一下以編輯母片副標題樣式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5BACD1E-A16D-4786-9CD7-B84F37C1D92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16053249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2CDCC6-45B8-42E7-8F1E-49E4E4D3993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59480586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17D5C6-56FA-42ED-AE44-7CE311F2EDC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08990269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891952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12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9BAE39-692D-4733-906E-783359E440B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4790825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891952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842BDA-F8C6-4831-B90E-DC86D50D9755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9444038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92211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8463BD-0654-495C-8589-030B56BF6C1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12991763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AD2A8A-688F-471F-8FD5-2EEFEC81CD6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90915168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9842D4-7EDE-4F56-AAD4-2680D6E5CA1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06451733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EE26C6-C172-4121-8CB6-1145652BCDC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36493831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50DF1C-9BC7-4593-8663-0EBC909EBB2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64585336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660463-0CC8-4BF9-8D12-A93E1E1413A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2560590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65118" y="304800"/>
            <a:ext cx="2669116" cy="5715000"/>
          </a:xfrm>
          <a:prstGeom prst="rect">
            <a:avLst/>
          </a:prstGeo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755651" y="304800"/>
            <a:ext cx="7806267" cy="571500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1DBE4E-A6C9-4470-A0E1-44EAAC7B353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34590744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891952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755651" y="1340768"/>
            <a:ext cx="10812957" cy="4679032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1251" y="1752600"/>
            <a:ext cx="5232400" cy="42672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8F3DF5-56DA-4780-8A62-806AF3EFD18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50111896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標題，文字及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755651" y="1752600"/>
            <a:ext cx="5232400" cy="4267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2"/>
          </p:nvPr>
        </p:nvSpPr>
        <p:spPr>
          <a:xfrm>
            <a:off x="6191251" y="1752600"/>
            <a:ext cx="5232400" cy="20574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3"/>
          </p:nvPr>
        </p:nvSpPr>
        <p:spPr>
          <a:xfrm>
            <a:off x="6191251" y="3962400"/>
            <a:ext cx="5232400" cy="20574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053459-96B2-477B-8DA4-D2377AC8678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13669240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標題，四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sz="quarter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755651" y="1752600"/>
            <a:ext cx="5232400" cy="20574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2"/>
          </p:nvPr>
        </p:nvSpPr>
        <p:spPr>
          <a:xfrm>
            <a:off x="6191251" y="1752600"/>
            <a:ext cx="5232400" cy="20574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3"/>
          </p:nvPr>
        </p:nvSpPr>
        <p:spPr>
          <a:xfrm>
            <a:off x="755651" y="3962400"/>
            <a:ext cx="5232400" cy="20574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1251" y="3962400"/>
            <a:ext cx="5232400" cy="20574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5A6F7D-5046-4531-A78D-5D6F838272B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67255905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755651" y="304800"/>
            <a:ext cx="10678583" cy="57150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9DEB62-5E13-4BC4-BE8E-7F0C759D3EB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42949521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w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 flipV="1">
            <a:off x="812800" y="6172200"/>
            <a:ext cx="105664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sz="2000"/>
          </a:p>
        </p:txBody>
      </p:sp>
      <p:sp>
        <p:nvSpPr>
          <p:cNvPr id="187398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87399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87400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200" smtClean="0">
                <a:latin typeface="Verdana" panose="020B0604030504040204" pitchFamily="34" charset="0"/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48842BDA-F8C6-4831-B90E-DC86D50D975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  <p:pic>
        <p:nvPicPr>
          <p:cNvPr id="3" name="圖片 2"/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8693" y="370788"/>
            <a:ext cx="1474959" cy="540161"/>
          </a:xfrm>
          <a:prstGeom prst="rect">
            <a:avLst/>
          </a:prstGeom>
        </p:spPr>
      </p:pic>
      <p:sp>
        <p:nvSpPr>
          <p:cNvPr id="13" name="AutoShape 4"/>
          <p:cNvSpPr>
            <a:spLocks noChangeArrowheads="1"/>
          </p:cNvSpPr>
          <p:nvPr userDrawn="1"/>
        </p:nvSpPr>
        <p:spPr bwMode="auto">
          <a:xfrm>
            <a:off x="768349" y="947461"/>
            <a:ext cx="10610851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connsiteX0" fmla="*/ 0 w 10000"/>
              <a:gd name="connsiteY0" fmla="*/ 0 h 10000"/>
              <a:gd name="connsiteX1" fmla="*/ 5850 w 10000"/>
              <a:gd name="connsiteY1" fmla="*/ 0 h 10000"/>
              <a:gd name="connsiteX2" fmla="*/ 3552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0" fmla="*/ 0 w 10000"/>
              <a:gd name="connsiteY0" fmla="*/ 0 h 10000"/>
              <a:gd name="connsiteX1" fmla="*/ 3552 w 10000"/>
              <a:gd name="connsiteY1" fmla="*/ 0 h 10000"/>
              <a:gd name="connsiteX2" fmla="*/ 3552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 stroke="0">
                <a:moveTo>
                  <a:pt x="0" y="0"/>
                </a:moveTo>
                <a:lnTo>
                  <a:pt x="3552" y="0"/>
                </a:lnTo>
                <a:lnTo>
                  <a:pt x="3552" y="10000"/>
                </a:lnTo>
                <a:lnTo>
                  <a:pt x="0" y="10000"/>
                </a:lnTo>
                <a:lnTo>
                  <a:pt x="0" y="0"/>
                </a:lnTo>
                <a:close/>
              </a:path>
              <a:path w="10000" h="10000">
                <a:moveTo>
                  <a:pt x="0" y="0"/>
                </a:moveTo>
                <a:lnTo>
                  <a:pt x="10000" y="0"/>
                </a:lnTo>
              </a:path>
            </a:pathLst>
          </a:custGeom>
          <a:solidFill>
            <a:schemeClr val="accent2"/>
          </a:solidFill>
          <a:ln w="9525" cap="sq" cmpd="thinThick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20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52" r:id="rId1"/>
    <p:sldLayoutId id="2147484638" r:id="rId2"/>
    <p:sldLayoutId id="2147484639" r:id="rId3"/>
    <p:sldLayoutId id="2147484640" r:id="rId4"/>
    <p:sldLayoutId id="2147484653" r:id="rId5"/>
    <p:sldLayoutId id="2147484641" r:id="rId6"/>
    <p:sldLayoutId id="2147484642" r:id="rId7"/>
    <p:sldLayoutId id="2147484643" r:id="rId8"/>
    <p:sldLayoutId id="2147484644" r:id="rId9"/>
    <p:sldLayoutId id="2147484645" r:id="rId10"/>
    <p:sldLayoutId id="2147484646" r:id="rId11"/>
    <p:sldLayoutId id="2147484647" r:id="rId12"/>
    <p:sldLayoutId id="2147484648" r:id="rId13"/>
    <p:sldLayoutId id="2147484649" r:id="rId14"/>
    <p:sldLayoutId id="2147484650" r:id="rId15"/>
    <p:sldLayoutId id="2147484651" r:id="rId16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itchFamily="34" charset="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itchFamily="34" charset="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itchFamily="34" charset="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itchFamily="34" charset="0"/>
          <a:ea typeface="新細明體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itchFamily="34" charset="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itchFamily="34" charset="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itchFamily="34" charset="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itchFamily="34" charset="0"/>
          <a:ea typeface="新細明體" pitchFamily="18" charset="-120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kumimoji="1"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kumimoji="1" sz="2600">
          <a:solidFill>
            <a:schemeClr val="tx1"/>
          </a:solidFill>
          <a:latin typeface="+mn-lt"/>
          <a:ea typeface="+mn-ea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kumimoji="1" sz="2300">
          <a:solidFill>
            <a:schemeClr val="tx1"/>
          </a:solidFill>
          <a:latin typeface="+mn-lt"/>
          <a:ea typeface="+mn-ea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2090738" y="1196751"/>
            <a:ext cx="8109718" cy="4893053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</a:pPr>
            <a:endParaRPr lang="en-US" altLang="zh-TW" sz="20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altLang="zh-TW" sz="20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marL="0" indent="0" algn="ctr" eaLnBrk="1" hangingPunct="1">
              <a:lnSpc>
                <a:spcPct val="90000"/>
              </a:lnSpc>
              <a:buNone/>
            </a:pPr>
            <a:endParaRPr lang="en-US" altLang="zh-TW" sz="36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marL="0" indent="0" algn="ctr" eaLnBrk="1" hangingPunct="1">
              <a:lnSpc>
                <a:spcPct val="90000"/>
              </a:lnSpc>
              <a:buNone/>
            </a:pPr>
            <a:r>
              <a:rPr lang="zh-TW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練合</a:t>
            </a:r>
            <a:r>
              <a:rPr lang="en-US" altLang="zh-TW" sz="4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-</a:t>
            </a:r>
            <a:r>
              <a:rPr lang="zh-TW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外比水分</a:t>
            </a:r>
            <a:endParaRPr lang="en-US" altLang="zh-TW" sz="4800" b="1" dirty="0"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0" indent="0" algn="ctr" eaLnBrk="1" hangingPunct="1">
              <a:lnSpc>
                <a:spcPct val="90000"/>
              </a:lnSpc>
              <a:buNone/>
            </a:pPr>
            <a:r>
              <a:rPr lang="zh-TW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品質管理系統</a:t>
            </a:r>
            <a:endParaRPr lang="en-US" altLang="zh-TW" sz="4800" b="1" dirty="0"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5122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kumimoji="1" sz="30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kumimoji="1" sz="26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kumimoji="1" sz="23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2182C3D-857D-40A3-813F-830C9D5DD49A}" type="slidenum">
              <a:rPr kumimoji="0" lang="en-US" altLang="zh-TW" sz="1200"/>
              <a:pPr>
                <a:spcBef>
                  <a:spcPct val="0"/>
                </a:spcBef>
                <a:buClrTx/>
                <a:buFontTx/>
                <a:buNone/>
              </a:pPr>
              <a:t>1</a:t>
            </a:fld>
            <a:endParaRPr kumimoji="0" lang="en-US" altLang="zh-TW" sz="1200"/>
          </a:p>
        </p:txBody>
      </p:sp>
      <p:pic>
        <p:nvPicPr>
          <p:cNvPr id="5126" name="圖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1058" y="5806804"/>
            <a:ext cx="3425142" cy="283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7" name="文字方塊 1"/>
          <p:cNvSpPr txBox="1">
            <a:spLocks noChangeArrowheads="1"/>
          </p:cNvSpPr>
          <p:nvPr/>
        </p:nvSpPr>
        <p:spPr bwMode="auto">
          <a:xfrm>
            <a:off x="2526842" y="4581128"/>
            <a:ext cx="7128792" cy="892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9pPr>
          </a:lstStyle>
          <a:p>
            <a:pPr algn="ctr"/>
            <a:endParaRPr lang="en-US" altLang="zh-TW" b="1" dirty="0">
              <a:latin typeface="+mn-ea"/>
              <a:ea typeface="+mn-ea"/>
            </a:endParaRPr>
          </a:p>
          <a:p>
            <a:pPr algn="ctr"/>
            <a:r>
              <a:rPr lang="zh-TW" altLang="en-US" sz="3200" b="1" dirty="0">
                <a:latin typeface="+mn-ea"/>
                <a:ea typeface="+mn-ea"/>
              </a:rPr>
              <a:t>資訊中心</a:t>
            </a:r>
            <a:endParaRPr lang="en-US" altLang="zh-TW" sz="3200" b="1" dirty="0">
              <a:latin typeface="+mn-ea"/>
              <a:ea typeface="+mn-ea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09AF8-5F15-7CC1-CB8D-AB60E5127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圖片 125">
            <a:extLst>
              <a:ext uri="{FF2B5EF4-FFF2-40B4-BE49-F238E27FC236}">
                <a16:creationId xmlns:a16="http://schemas.microsoft.com/office/drawing/2014/main" id="{0D6B668A-4B54-2C95-EC84-418791CBCB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5840" y="1725068"/>
            <a:ext cx="6723360" cy="390091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16715C57-06EE-314B-0D39-64AD8F895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整體運作流程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ED55765-C97D-53CA-006A-9F3AFA2DE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44636"/>
            <a:ext cx="2641600" cy="476250"/>
          </a:xfrm>
        </p:spPr>
        <p:txBody>
          <a:bodyPr/>
          <a:lstStyle/>
          <a:p>
            <a:pPr>
              <a:defRPr/>
            </a:pPr>
            <a:fld id="{852CDCC6-45B8-42E7-8F1E-49E4E4D3993A}" type="slidenum">
              <a:rPr lang="en-US" altLang="zh-TW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pPr>
                <a:defRPr/>
              </a:pPr>
              <a:t>2</a:t>
            </a:fld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37" name="圖片 36">
            <a:extLst>
              <a:ext uri="{FF2B5EF4-FFF2-40B4-BE49-F238E27FC236}">
                <a16:creationId xmlns:a16="http://schemas.microsoft.com/office/drawing/2014/main" id="{7E68B163-2BB9-8909-8F9E-439AF89202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27" y="1658022"/>
            <a:ext cx="1166171" cy="100825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40" name="圖片 39">
            <a:extLst>
              <a:ext uri="{FF2B5EF4-FFF2-40B4-BE49-F238E27FC236}">
                <a16:creationId xmlns:a16="http://schemas.microsoft.com/office/drawing/2014/main" id="{18627472-2B13-D9E4-6907-EE3C831CFC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428" y="3783658"/>
            <a:ext cx="1166170" cy="106585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124" name="矩形 123">
            <a:extLst>
              <a:ext uri="{FF2B5EF4-FFF2-40B4-BE49-F238E27FC236}">
                <a16:creationId xmlns:a16="http://schemas.microsoft.com/office/drawing/2014/main" id="{8C58D160-D023-1CBA-85E3-803602148D43}"/>
              </a:ext>
            </a:extLst>
          </p:cNvPr>
          <p:cNvSpPr/>
          <p:nvPr/>
        </p:nvSpPr>
        <p:spPr>
          <a:xfrm>
            <a:off x="771005" y="2779266"/>
            <a:ext cx="4100859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先點選 </a:t>
            </a:r>
            <a:r>
              <a:rPr lang="en-US" altLang="zh-TW" sz="1800" dirty="0">
                <a:ln w="0"/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Mix_KP1.exe</a:t>
            </a:r>
          </a:p>
          <a:p>
            <a:r>
              <a:rPr lang="zh-TW" altLang="en-US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等待畫面出現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啟動 </a:t>
            </a:r>
            <a:r>
              <a:rPr lang="en-US" altLang="zh-TW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WebSocket</a:t>
            </a:r>
            <a:r>
              <a:rPr lang="zh-TW" altLang="en-US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 服務</a:t>
            </a:r>
            <a:endParaRPr lang="zh-TW" altLang="en-US" sz="18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1C1E086D-2C15-022F-E9AF-2762B83BEAE7}"/>
              </a:ext>
            </a:extLst>
          </p:cNvPr>
          <p:cNvSpPr/>
          <p:nvPr/>
        </p:nvSpPr>
        <p:spPr>
          <a:xfrm>
            <a:off x="771005" y="4979650"/>
            <a:ext cx="4100859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zh-TW" altLang="en-US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等待畫面出現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啟動 </a:t>
            </a:r>
            <a:r>
              <a:rPr lang="en-US" altLang="zh-TW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WebSocket</a:t>
            </a:r>
            <a:r>
              <a:rPr lang="zh-TW" altLang="en-US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 服務</a:t>
            </a:r>
            <a:endParaRPr lang="en-US" altLang="zh-TW" sz="180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再點擊</a:t>
            </a:r>
            <a:r>
              <a:rPr lang="zh-TW" altLang="en-US" sz="1800" b="0" dirty="0">
                <a:ln w="0"/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練合外比水分</a:t>
            </a:r>
            <a:endParaRPr lang="en-US" altLang="zh-TW" sz="1800" cap="none" spc="0" dirty="0">
              <a:ln w="0"/>
              <a:solidFill>
                <a:srgbClr val="0000FF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81365751-F3A1-86CE-EA21-F6E95F6D3DF9}"/>
              </a:ext>
            </a:extLst>
          </p:cNvPr>
          <p:cNvSpPr/>
          <p:nvPr/>
        </p:nvSpPr>
        <p:spPr>
          <a:xfrm>
            <a:off x="565012" y="6326370"/>
            <a:ext cx="8260531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運作流程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先點選        </a:t>
            </a:r>
            <a:r>
              <a:rPr lang="zh-TW" altLang="en-US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背景程式 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待畫面告知 成功連線到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COM1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時再開啟        </a:t>
            </a:r>
            <a:r>
              <a:rPr lang="zh-TW" altLang="en-US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網頁</a:t>
            </a:r>
            <a:endParaRPr lang="en-US" altLang="zh-TW" sz="18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132" name="群組 131">
            <a:extLst>
              <a:ext uri="{FF2B5EF4-FFF2-40B4-BE49-F238E27FC236}">
                <a16:creationId xmlns:a16="http://schemas.microsoft.com/office/drawing/2014/main" id="{9D6D3950-314B-6118-DBC0-89D32A969915}"/>
              </a:ext>
            </a:extLst>
          </p:cNvPr>
          <p:cNvGrpSpPr/>
          <p:nvPr/>
        </p:nvGrpSpPr>
        <p:grpSpPr>
          <a:xfrm>
            <a:off x="2562799" y="6326370"/>
            <a:ext cx="317716" cy="369332"/>
            <a:chOff x="9633521" y="2689238"/>
            <a:chExt cx="317716" cy="369332"/>
          </a:xfrm>
        </p:grpSpPr>
        <p:sp>
          <p:nvSpPr>
            <p:cNvPr id="133" name="橢圓 132">
              <a:extLst>
                <a:ext uri="{FF2B5EF4-FFF2-40B4-BE49-F238E27FC236}">
                  <a16:creationId xmlns:a16="http://schemas.microsoft.com/office/drawing/2014/main" id="{2DC5EC21-B9DC-D9EF-4919-2BDECF724C64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34" name="矩形 133">
              <a:extLst>
                <a:ext uri="{FF2B5EF4-FFF2-40B4-BE49-F238E27FC236}">
                  <a16:creationId xmlns:a16="http://schemas.microsoft.com/office/drawing/2014/main" id="{74845942-FB1C-36E8-A597-0A879501126F}"/>
                </a:ext>
              </a:extLst>
            </p:cNvPr>
            <p:cNvSpPr/>
            <p:nvPr/>
          </p:nvSpPr>
          <p:spPr>
            <a:xfrm>
              <a:off x="9633521" y="2689238"/>
              <a:ext cx="317716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1</a:t>
              </a:r>
            </a:p>
          </p:txBody>
        </p:sp>
      </p:grpSp>
      <p:grpSp>
        <p:nvGrpSpPr>
          <p:cNvPr id="135" name="群組 134">
            <a:extLst>
              <a:ext uri="{FF2B5EF4-FFF2-40B4-BE49-F238E27FC236}">
                <a16:creationId xmlns:a16="http://schemas.microsoft.com/office/drawing/2014/main" id="{A7870283-23F0-ABF1-9B68-F4CF665EF89C}"/>
              </a:ext>
            </a:extLst>
          </p:cNvPr>
          <p:cNvGrpSpPr/>
          <p:nvPr/>
        </p:nvGrpSpPr>
        <p:grpSpPr>
          <a:xfrm>
            <a:off x="7747375" y="6325011"/>
            <a:ext cx="317716" cy="369332"/>
            <a:chOff x="9633521" y="2689238"/>
            <a:chExt cx="317716" cy="369332"/>
          </a:xfrm>
        </p:grpSpPr>
        <p:sp>
          <p:nvSpPr>
            <p:cNvPr id="140" name="橢圓 139">
              <a:extLst>
                <a:ext uri="{FF2B5EF4-FFF2-40B4-BE49-F238E27FC236}">
                  <a16:creationId xmlns:a16="http://schemas.microsoft.com/office/drawing/2014/main" id="{4DCA6A10-24BD-DB02-C8FE-F411E9CF627B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42" name="矩形 141">
              <a:extLst>
                <a:ext uri="{FF2B5EF4-FFF2-40B4-BE49-F238E27FC236}">
                  <a16:creationId xmlns:a16="http://schemas.microsoft.com/office/drawing/2014/main" id="{990CA7D9-A361-6155-17F0-412DC1153FB2}"/>
                </a:ext>
              </a:extLst>
            </p:cNvPr>
            <p:cNvSpPr/>
            <p:nvPr/>
          </p:nvSpPr>
          <p:spPr>
            <a:xfrm>
              <a:off x="9633521" y="2689238"/>
              <a:ext cx="317716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2</a:t>
              </a:r>
            </a:p>
          </p:txBody>
        </p:sp>
      </p:grpSp>
      <p:grpSp>
        <p:nvGrpSpPr>
          <p:cNvPr id="143" name="群組 142">
            <a:extLst>
              <a:ext uri="{FF2B5EF4-FFF2-40B4-BE49-F238E27FC236}">
                <a16:creationId xmlns:a16="http://schemas.microsoft.com/office/drawing/2014/main" id="{41F4F072-3D80-CFAB-7B8F-E7E3697D2589}"/>
              </a:ext>
            </a:extLst>
          </p:cNvPr>
          <p:cNvGrpSpPr/>
          <p:nvPr/>
        </p:nvGrpSpPr>
        <p:grpSpPr>
          <a:xfrm>
            <a:off x="1805357" y="2439147"/>
            <a:ext cx="317716" cy="369332"/>
            <a:chOff x="9633521" y="2689238"/>
            <a:chExt cx="317716" cy="369332"/>
          </a:xfrm>
        </p:grpSpPr>
        <p:sp>
          <p:nvSpPr>
            <p:cNvPr id="144" name="橢圓 143">
              <a:extLst>
                <a:ext uri="{FF2B5EF4-FFF2-40B4-BE49-F238E27FC236}">
                  <a16:creationId xmlns:a16="http://schemas.microsoft.com/office/drawing/2014/main" id="{50836706-8718-5B17-AE1C-9485C017A4F2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45" name="矩形 144">
              <a:extLst>
                <a:ext uri="{FF2B5EF4-FFF2-40B4-BE49-F238E27FC236}">
                  <a16:creationId xmlns:a16="http://schemas.microsoft.com/office/drawing/2014/main" id="{048B2218-0771-8050-4ABC-0A56BD373B1F}"/>
                </a:ext>
              </a:extLst>
            </p:cNvPr>
            <p:cNvSpPr/>
            <p:nvPr/>
          </p:nvSpPr>
          <p:spPr>
            <a:xfrm>
              <a:off x="9633521" y="2689238"/>
              <a:ext cx="317716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1</a:t>
              </a:r>
            </a:p>
          </p:txBody>
        </p:sp>
      </p:grpSp>
      <p:grpSp>
        <p:nvGrpSpPr>
          <p:cNvPr id="146" name="群組 145">
            <a:extLst>
              <a:ext uri="{FF2B5EF4-FFF2-40B4-BE49-F238E27FC236}">
                <a16:creationId xmlns:a16="http://schemas.microsoft.com/office/drawing/2014/main" id="{093B4FB3-E0F0-B5A9-703E-67060EF550BE}"/>
              </a:ext>
            </a:extLst>
          </p:cNvPr>
          <p:cNvGrpSpPr/>
          <p:nvPr/>
        </p:nvGrpSpPr>
        <p:grpSpPr>
          <a:xfrm>
            <a:off x="1835740" y="4589391"/>
            <a:ext cx="317716" cy="369332"/>
            <a:chOff x="9633521" y="2689238"/>
            <a:chExt cx="317716" cy="369332"/>
          </a:xfrm>
        </p:grpSpPr>
        <p:sp>
          <p:nvSpPr>
            <p:cNvPr id="147" name="橢圓 146">
              <a:extLst>
                <a:ext uri="{FF2B5EF4-FFF2-40B4-BE49-F238E27FC236}">
                  <a16:creationId xmlns:a16="http://schemas.microsoft.com/office/drawing/2014/main" id="{2F596258-942B-B36E-317C-7BA2AA7260FE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48" name="矩形 147">
              <a:extLst>
                <a:ext uri="{FF2B5EF4-FFF2-40B4-BE49-F238E27FC236}">
                  <a16:creationId xmlns:a16="http://schemas.microsoft.com/office/drawing/2014/main" id="{FBAE1BF8-D1A5-FDCE-777C-7CB03961711E}"/>
                </a:ext>
              </a:extLst>
            </p:cNvPr>
            <p:cNvSpPr/>
            <p:nvPr/>
          </p:nvSpPr>
          <p:spPr>
            <a:xfrm>
              <a:off x="9633521" y="2689238"/>
              <a:ext cx="317716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49055720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22AE4-B483-84C9-3EA1-89D68676E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圖片 34">
            <a:extLst>
              <a:ext uri="{FF2B5EF4-FFF2-40B4-BE49-F238E27FC236}">
                <a16:creationId xmlns:a16="http://schemas.microsoft.com/office/drawing/2014/main" id="{D6980676-BFC1-3B66-85B0-7E9483098B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233" y="1520826"/>
            <a:ext cx="10668000" cy="399494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8BB2E02E-D583-8DB8-902B-1A17C75DD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預設頁面功能介紹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3D4D7E5-C32B-9134-6D22-341BC3008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44636"/>
            <a:ext cx="2641600" cy="476250"/>
          </a:xfrm>
        </p:spPr>
        <p:txBody>
          <a:bodyPr/>
          <a:lstStyle/>
          <a:p>
            <a:pPr>
              <a:defRPr/>
            </a:pPr>
            <a:fld id="{852CDCC6-45B8-42E7-8F1E-49E4E4D3993A}" type="slidenum">
              <a:rPr lang="en-US" altLang="zh-TW" smtClean="0"/>
              <a:pPr>
                <a:defRPr/>
              </a:pPr>
              <a:t>3</a:t>
            </a:fld>
            <a:endParaRPr lang="en-US" altLang="zh-TW" dirty="0"/>
          </a:p>
        </p:txBody>
      </p: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2E1481E8-14E7-CE31-2C90-6ECAADF0DDC2}"/>
              </a:ext>
            </a:extLst>
          </p:cNvPr>
          <p:cNvGrpSpPr/>
          <p:nvPr/>
        </p:nvGrpSpPr>
        <p:grpSpPr>
          <a:xfrm>
            <a:off x="9072918" y="1907540"/>
            <a:ext cx="317716" cy="369332"/>
            <a:chOff x="9627511" y="2687879"/>
            <a:chExt cx="317716" cy="369332"/>
          </a:xfrm>
        </p:grpSpPr>
        <p:sp>
          <p:nvSpPr>
            <p:cNvPr id="21" name="橢圓 20">
              <a:extLst>
                <a:ext uri="{FF2B5EF4-FFF2-40B4-BE49-F238E27FC236}">
                  <a16:creationId xmlns:a16="http://schemas.microsoft.com/office/drawing/2014/main" id="{161209F1-57E6-76C0-500C-09BAD0734697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AAB87CCB-E165-BFF7-4788-C28A13D6908A}"/>
                </a:ext>
              </a:extLst>
            </p:cNvPr>
            <p:cNvSpPr/>
            <p:nvPr/>
          </p:nvSpPr>
          <p:spPr>
            <a:xfrm>
              <a:off x="9627511" y="2687879"/>
              <a:ext cx="317716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1</a:t>
              </a:r>
            </a:p>
          </p:txBody>
        </p:sp>
      </p:grpSp>
      <p:sp>
        <p:nvSpPr>
          <p:cNvPr id="113" name="矩形 112">
            <a:extLst>
              <a:ext uri="{FF2B5EF4-FFF2-40B4-BE49-F238E27FC236}">
                <a16:creationId xmlns:a16="http://schemas.microsoft.com/office/drawing/2014/main" id="{493D547B-E53A-424A-8B3E-C29436DBAB1E}"/>
              </a:ext>
            </a:extLst>
          </p:cNvPr>
          <p:cNvSpPr/>
          <p:nvPr/>
        </p:nvSpPr>
        <p:spPr>
          <a:xfrm>
            <a:off x="9408368" y="1896255"/>
            <a:ext cx="1338828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下拉式選單</a:t>
            </a:r>
            <a:endParaRPr lang="en-US" altLang="zh-TW" sz="18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1" name="矩形 140">
            <a:extLst>
              <a:ext uri="{FF2B5EF4-FFF2-40B4-BE49-F238E27FC236}">
                <a16:creationId xmlns:a16="http://schemas.microsoft.com/office/drawing/2014/main" id="{A267905A-86F0-4881-A160-714EB1F14C27}"/>
              </a:ext>
            </a:extLst>
          </p:cNvPr>
          <p:cNvSpPr/>
          <p:nvPr/>
        </p:nvSpPr>
        <p:spPr>
          <a:xfrm>
            <a:off x="766233" y="6310274"/>
            <a:ext cx="3703258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18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※</a:t>
            </a:r>
            <a:r>
              <a:rPr lang="zh-TW" altLang="en-US" sz="18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滑鼠點選</a:t>
            </a:r>
            <a:r>
              <a:rPr lang="zh-TW" altLang="en-US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導覽列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 可展開功能視窗</a:t>
            </a:r>
            <a:endParaRPr lang="en-US" altLang="zh-TW" sz="18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3193432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AA17D-637B-5C86-2E5D-D91AF2DE1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圖片 15">
            <a:extLst>
              <a:ext uri="{FF2B5EF4-FFF2-40B4-BE49-F238E27FC236}">
                <a16:creationId xmlns:a16="http://schemas.microsoft.com/office/drawing/2014/main" id="{A2C10CAD-870C-9464-9590-F0880C52A7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233" y="1569259"/>
            <a:ext cx="10612968" cy="370901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A4C206B9-7903-9EA0-CD32-30AD6BD77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功能視窗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D8F93D4-AF05-BBF8-D92E-890C3048F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44636"/>
            <a:ext cx="2641600" cy="476250"/>
          </a:xfrm>
        </p:spPr>
        <p:txBody>
          <a:bodyPr/>
          <a:lstStyle/>
          <a:p>
            <a:pPr>
              <a:defRPr/>
            </a:pPr>
            <a:fld id="{852CDCC6-45B8-42E7-8F1E-49E4E4D3993A}" type="slidenum">
              <a:rPr lang="en-US" altLang="zh-TW" smtClean="0"/>
              <a:pPr>
                <a:defRPr/>
              </a:pPr>
              <a:t>4</a:t>
            </a:fld>
            <a:endParaRPr lang="en-US" altLang="zh-TW" dirty="0"/>
          </a:p>
        </p:txBody>
      </p:sp>
      <p:sp>
        <p:nvSpPr>
          <p:cNvPr id="141" name="矩形 140">
            <a:extLst>
              <a:ext uri="{FF2B5EF4-FFF2-40B4-BE49-F238E27FC236}">
                <a16:creationId xmlns:a16="http://schemas.microsoft.com/office/drawing/2014/main" id="{0D5A7F50-75F0-EBB5-4099-317875783414}"/>
              </a:ext>
            </a:extLst>
          </p:cNvPr>
          <p:cNvSpPr/>
          <p:nvPr/>
        </p:nvSpPr>
        <p:spPr>
          <a:xfrm>
            <a:off x="766233" y="6310274"/>
            <a:ext cx="324159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18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※</a:t>
            </a:r>
            <a:r>
              <a:rPr lang="zh-TW" altLang="en-US" sz="18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滑鼠點選</a:t>
            </a:r>
            <a:r>
              <a:rPr lang="zh-TW" altLang="en-US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導覽列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 可關閉視窗</a:t>
            </a:r>
            <a:endParaRPr lang="en-US" altLang="zh-TW" sz="18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0D6180EB-562B-0A10-DEC6-16D77F66252A}"/>
              </a:ext>
            </a:extLst>
          </p:cNvPr>
          <p:cNvGrpSpPr/>
          <p:nvPr/>
        </p:nvGrpSpPr>
        <p:grpSpPr>
          <a:xfrm>
            <a:off x="8928902" y="1907540"/>
            <a:ext cx="317716" cy="369332"/>
            <a:chOff x="9627511" y="2687879"/>
            <a:chExt cx="317716" cy="369332"/>
          </a:xfrm>
        </p:grpSpPr>
        <p:sp>
          <p:nvSpPr>
            <p:cNvPr id="11" name="橢圓 10">
              <a:extLst>
                <a:ext uri="{FF2B5EF4-FFF2-40B4-BE49-F238E27FC236}">
                  <a16:creationId xmlns:a16="http://schemas.microsoft.com/office/drawing/2014/main" id="{FB2E8D35-1135-0579-1D24-ADD72362B11C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139528AC-E179-DF90-2BE6-DC9109B28218}"/>
                </a:ext>
              </a:extLst>
            </p:cNvPr>
            <p:cNvSpPr/>
            <p:nvPr/>
          </p:nvSpPr>
          <p:spPr>
            <a:xfrm>
              <a:off x="9627511" y="2687879"/>
              <a:ext cx="317716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1</a:t>
              </a:r>
            </a:p>
          </p:txBody>
        </p:sp>
      </p:grpSp>
      <p:sp>
        <p:nvSpPr>
          <p:cNvPr id="13" name="矩形 12">
            <a:extLst>
              <a:ext uri="{FF2B5EF4-FFF2-40B4-BE49-F238E27FC236}">
                <a16:creationId xmlns:a16="http://schemas.microsoft.com/office/drawing/2014/main" id="{4FEFA43C-468D-6958-A0C1-1EC0CBC38165}"/>
              </a:ext>
            </a:extLst>
          </p:cNvPr>
          <p:cNvSpPr/>
          <p:nvPr/>
        </p:nvSpPr>
        <p:spPr>
          <a:xfrm>
            <a:off x="9264352" y="1896255"/>
            <a:ext cx="1338828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下拉式選單</a:t>
            </a:r>
            <a:endParaRPr lang="en-US" altLang="zh-TW" sz="18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331587E-1CE6-6E48-6A5D-CDA38FFD26B3}"/>
              </a:ext>
            </a:extLst>
          </p:cNvPr>
          <p:cNvSpPr/>
          <p:nvPr/>
        </p:nvSpPr>
        <p:spPr>
          <a:xfrm>
            <a:off x="736273" y="5614841"/>
            <a:ext cx="549381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填寫完相關規格後，請再次點選下拉式選單進行關閉</a:t>
            </a:r>
            <a:endParaRPr lang="en-US" altLang="zh-TW" sz="1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7592240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709E1-577C-A6AB-39D0-FF43B7309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>
            <a:extLst>
              <a:ext uri="{FF2B5EF4-FFF2-40B4-BE49-F238E27FC236}">
                <a16:creationId xmlns:a16="http://schemas.microsoft.com/office/drawing/2014/main" id="{47C16C69-D930-BA99-E395-CB9D54E6E9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366" y="1192484"/>
            <a:ext cx="10681867" cy="223651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82C365EA-C05B-0575-599A-1428CE26A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實際頁面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8C7BE74-E35C-F461-E225-25EB4B6D6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77088" y="6344331"/>
            <a:ext cx="2641600" cy="476250"/>
          </a:xfrm>
        </p:spPr>
        <p:txBody>
          <a:bodyPr/>
          <a:lstStyle/>
          <a:p>
            <a:pPr>
              <a:defRPr/>
            </a:pPr>
            <a:fld id="{852CDCC6-45B8-42E7-8F1E-49E4E4D3993A}" type="slidenum">
              <a:rPr lang="en-US" altLang="zh-TW" smtClean="0"/>
              <a:pPr>
                <a:defRPr/>
              </a:pPr>
              <a:t>5</a:t>
            </a:fld>
            <a:endParaRPr lang="en-US" altLang="zh-TW" dirty="0"/>
          </a:p>
        </p:txBody>
      </p:sp>
      <p:sp>
        <p:nvSpPr>
          <p:cNvPr id="141" name="矩形 140">
            <a:extLst>
              <a:ext uri="{FF2B5EF4-FFF2-40B4-BE49-F238E27FC236}">
                <a16:creationId xmlns:a16="http://schemas.microsoft.com/office/drawing/2014/main" id="{FE118ED9-228F-AAB4-1FFA-612D78AE22D2}"/>
              </a:ext>
            </a:extLst>
          </p:cNvPr>
          <p:cNvSpPr/>
          <p:nvPr/>
        </p:nvSpPr>
        <p:spPr>
          <a:xfrm>
            <a:off x="766233" y="6310274"/>
            <a:ext cx="5854488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18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※</a:t>
            </a:r>
            <a:r>
              <a:rPr lang="zh-TW" altLang="en-US" sz="18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滑鼠點選</a:t>
            </a:r>
            <a:r>
              <a:rPr lang="zh-TW" altLang="en-US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確認 </a:t>
            </a:r>
            <a:r>
              <a:rPr lang="en-US" altLang="zh-TW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&gt;</a:t>
            </a:r>
            <a:r>
              <a:rPr lang="zh-TW" altLang="en-US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 勾選所要量測的選項 </a:t>
            </a:r>
            <a:r>
              <a:rPr lang="en-US" altLang="zh-TW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&gt;</a:t>
            </a:r>
            <a:r>
              <a:rPr lang="zh-TW" altLang="en-US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 視窗再次確認</a:t>
            </a:r>
            <a:endParaRPr lang="en-US" altLang="zh-TW" sz="18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0AC5C533-614D-20D8-DB65-A201958A822F}"/>
              </a:ext>
            </a:extLst>
          </p:cNvPr>
          <p:cNvGrpSpPr/>
          <p:nvPr/>
        </p:nvGrpSpPr>
        <p:grpSpPr>
          <a:xfrm>
            <a:off x="1008022" y="3633713"/>
            <a:ext cx="317716" cy="369332"/>
            <a:chOff x="9627511" y="2687879"/>
            <a:chExt cx="317716" cy="369332"/>
          </a:xfrm>
        </p:grpSpPr>
        <p:sp>
          <p:nvSpPr>
            <p:cNvPr id="11" name="橢圓 10">
              <a:extLst>
                <a:ext uri="{FF2B5EF4-FFF2-40B4-BE49-F238E27FC236}">
                  <a16:creationId xmlns:a16="http://schemas.microsoft.com/office/drawing/2014/main" id="{BE6C0A6A-32AF-E657-FC51-8385EE332ADD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475F4518-CBF2-2374-4DA6-98302E42F442}"/>
                </a:ext>
              </a:extLst>
            </p:cNvPr>
            <p:cNvSpPr/>
            <p:nvPr/>
          </p:nvSpPr>
          <p:spPr>
            <a:xfrm>
              <a:off x="9627511" y="2687879"/>
              <a:ext cx="317716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1</a:t>
              </a:r>
            </a:p>
          </p:txBody>
        </p:sp>
      </p:grpSp>
      <p:sp>
        <p:nvSpPr>
          <p:cNvPr id="13" name="矩形 12">
            <a:extLst>
              <a:ext uri="{FF2B5EF4-FFF2-40B4-BE49-F238E27FC236}">
                <a16:creationId xmlns:a16="http://schemas.microsoft.com/office/drawing/2014/main" id="{8882C394-8740-B3B8-D55A-BBC8B7AA1525}"/>
              </a:ext>
            </a:extLst>
          </p:cNvPr>
          <p:cNvSpPr/>
          <p:nvPr/>
        </p:nvSpPr>
        <p:spPr>
          <a:xfrm>
            <a:off x="1166880" y="3461014"/>
            <a:ext cx="1338828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TW" altLang="en-US" sz="18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功能視窗</a:t>
            </a:r>
            <a:endParaRPr lang="en-US" altLang="zh-TW" sz="18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8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查看數據</a:t>
            </a:r>
            <a:endParaRPr lang="en-US" altLang="zh-TW" sz="18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03679654-26E9-215C-C8F4-2DE290F3CA28}"/>
              </a:ext>
            </a:extLst>
          </p:cNvPr>
          <p:cNvGrpSpPr/>
          <p:nvPr/>
        </p:nvGrpSpPr>
        <p:grpSpPr>
          <a:xfrm>
            <a:off x="3999603" y="3633778"/>
            <a:ext cx="317716" cy="369332"/>
            <a:chOff x="9627511" y="2687879"/>
            <a:chExt cx="317716" cy="369332"/>
          </a:xfrm>
        </p:grpSpPr>
        <p:sp>
          <p:nvSpPr>
            <p:cNvPr id="17" name="橢圓 16">
              <a:extLst>
                <a:ext uri="{FF2B5EF4-FFF2-40B4-BE49-F238E27FC236}">
                  <a16:creationId xmlns:a16="http://schemas.microsoft.com/office/drawing/2014/main" id="{A5264A49-6FE2-5D31-6E31-B3FE187E2931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DB777917-F12F-DE47-1213-E02A2F9B634A}"/>
                </a:ext>
              </a:extLst>
            </p:cNvPr>
            <p:cNvSpPr/>
            <p:nvPr/>
          </p:nvSpPr>
          <p:spPr>
            <a:xfrm>
              <a:off x="9627511" y="2687879"/>
              <a:ext cx="317716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2</a:t>
              </a:r>
            </a:p>
          </p:txBody>
        </p:sp>
      </p:grpSp>
      <p:sp>
        <p:nvSpPr>
          <p:cNvPr id="19" name="矩形 18">
            <a:extLst>
              <a:ext uri="{FF2B5EF4-FFF2-40B4-BE49-F238E27FC236}">
                <a16:creationId xmlns:a16="http://schemas.microsoft.com/office/drawing/2014/main" id="{BB0EBA1D-B9D0-1B9C-A890-4BBBAD907218}"/>
              </a:ext>
            </a:extLst>
          </p:cNvPr>
          <p:cNvSpPr/>
          <p:nvPr/>
        </p:nvSpPr>
        <p:spPr>
          <a:xfrm>
            <a:off x="4158461" y="3495213"/>
            <a:ext cx="1433484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TW" altLang="en-US" sz="18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數據採集</a:t>
            </a:r>
            <a:endParaRPr lang="en-US" altLang="zh-TW" sz="18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8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顯示區塊</a:t>
            </a:r>
            <a:endParaRPr lang="en-US" altLang="zh-TW" sz="18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20" name="群組 19">
            <a:extLst>
              <a:ext uri="{FF2B5EF4-FFF2-40B4-BE49-F238E27FC236}">
                <a16:creationId xmlns:a16="http://schemas.microsoft.com/office/drawing/2014/main" id="{BEFE8771-5807-CCF0-2389-FCFDA143DD8A}"/>
              </a:ext>
            </a:extLst>
          </p:cNvPr>
          <p:cNvGrpSpPr/>
          <p:nvPr/>
        </p:nvGrpSpPr>
        <p:grpSpPr>
          <a:xfrm>
            <a:off x="6589376" y="3599579"/>
            <a:ext cx="317716" cy="369332"/>
            <a:chOff x="9627511" y="2687879"/>
            <a:chExt cx="317716" cy="369332"/>
          </a:xfrm>
        </p:grpSpPr>
        <p:sp>
          <p:nvSpPr>
            <p:cNvPr id="21" name="橢圓 20">
              <a:extLst>
                <a:ext uri="{FF2B5EF4-FFF2-40B4-BE49-F238E27FC236}">
                  <a16:creationId xmlns:a16="http://schemas.microsoft.com/office/drawing/2014/main" id="{453689F8-8DFD-0A85-EF98-8FD07F97CC13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11AAE52F-D195-FF1E-C3E2-37FE4DF0BE53}"/>
                </a:ext>
              </a:extLst>
            </p:cNvPr>
            <p:cNvSpPr/>
            <p:nvPr/>
          </p:nvSpPr>
          <p:spPr>
            <a:xfrm>
              <a:off x="9627511" y="2687879"/>
              <a:ext cx="317716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3</a:t>
              </a:r>
            </a:p>
          </p:txBody>
        </p:sp>
      </p:grpSp>
      <p:sp>
        <p:nvSpPr>
          <p:cNvPr id="23" name="矩形 22">
            <a:extLst>
              <a:ext uri="{FF2B5EF4-FFF2-40B4-BE49-F238E27FC236}">
                <a16:creationId xmlns:a16="http://schemas.microsoft.com/office/drawing/2014/main" id="{9814C640-F7AC-80C9-1215-0644FDABB768}"/>
              </a:ext>
            </a:extLst>
          </p:cNvPr>
          <p:cNvSpPr/>
          <p:nvPr/>
        </p:nvSpPr>
        <p:spPr>
          <a:xfrm>
            <a:off x="6810486" y="3461014"/>
            <a:ext cx="1433484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TW" altLang="en-US" sz="18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回收鉛膏</a:t>
            </a:r>
            <a:br>
              <a:rPr lang="en-US" altLang="zh-TW" sz="18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18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數據採集</a:t>
            </a:r>
            <a:endParaRPr lang="en-US" altLang="zh-TW" sz="18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96B3103A-4CFC-D5C4-E84C-0084A15BD1B9}"/>
              </a:ext>
            </a:extLst>
          </p:cNvPr>
          <p:cNvGrpSpPr/>
          <p:nvPr/>
        </p:nvGrpSpPr>
        <p:grpSpPr>
          <a:xfrm>
            <a:off x="9179149" y="3633778"/>
            <a:ext cx="317716" cy="369332"/>
            <a:chOff x="9627511" y="2687879"/>
            <a:chExt cx="317716" cy="369332"/>
          </a:xfrm>
        </p:grpSpPr>
        <p:sp>
          <p:nvSpPr>
            <p:cNvPr id="25" name="橢圓 24">
              <a:extLst>
                <a:ext uri="{FF2B5EF4-FFF2-40B4-BE49-F238E27FC236}">
                  <a16:creationId xmlns:a16="http://schemas.microsoft.com/office/drawing/2014/main" id="{FE14DDC3-395F-0EDB-CD96-46FCAB4130D7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0269E582-17B7-EC05-CA1F-6F55EAC0F16A}"/>
                </a:ext>
              </a:extLst>
            </p:cNvPr>
            <p:cNvSpPr/>
            <p:nvPr/>
          </p:nvSpPr>
          <p:spPr>
            <a:xfrm>
              <a:off x="9627511" y="2687879"/>
              <a:ext cx="317716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4</a:t>
              </a:r>
            </a:p>
          </p:txBody>
        </p:sp>
      </p:grpSp>
      <p:sp>
        <p:nvSpPr>
          <p:cNvPr id="27" name="矩形 26">
            <a:extLst>
              <a:ext uri="{FF2B5EF4-FFF2-40B4-BE49-F238E27FC236}">
                <a16:creationId xmlns:a16="http://schemas.microsoft.com/office/drawing/2014/main" id="{7AB4FFF2-B3B7-E0F1-BA4D-D4057E3D217E}"/>
              </a:ext>
            </a:extLst>
          </p:cNvPr>
          <p:cNvSpPr/>
          <p:nvPr/>
        </p:nvSpPr>
        <p:spPr>
          <a:xfrm>
            <a:off x="9338007" y="3467388"/>
            <a:ext cx="1433484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TW" altLang="en-US" sz="18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數據採集</a:t>
            </a:r>
            <a:endParaRPr lang="en-US" altLang="zh-TW" sz="18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8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操作區塊</a:t>
            </a:r>
            <a:endParaRPr lang="en-US" altLang="zh-TW" sz="18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5409933D-5B66-B3BD-9C3B-07D7519ACEF8}"/>
              </a:ext>
            </a:extLst>
          </p:cNvPr>
          <p:cNvCxnSpPr>
            <a:cxnSpLocks/>
            <a:stCxn id="27" idx="2"/>
            <a:endCxn id="33" idx="1"/>
          </p:cNvCxnSpPr>
          <p:nvPr/>
        </p:nvCxnSpPr>
        <p:spPr>
          <a:xfrm rot="5400000">
            <a:off x="4846609" y="19477"/>
            <a:ext cx="1113898" cy="9302382"/>
          </a:xfrm>
          <a:prstGeom prst="bentConnector4">
            <a:avLst>
              <a:gd name="adj1" fmla="val 11772"/>
              <a:gd name="adj2" fmla="val 104173"/>
            </a:avLst>
          </a:prstGeom>
          <a:ln w="38100">
            <a:headEnd w="med" len="med"/>
            <a:tailEnd type="stealth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22FAAFC7-6142-40C2-6C6A-853CE9A8A75A}"/>
              </a:ext>
            </a:extLst>
          </p:cNvPr>
          <p:cNvSpPr/>
          <p:nvPr/>
        </p:nvSpPr>
        <p:spPr bwMode="auto">
          <a:xfrm>
            <a:off x="8782992" y="1948530"/>
            <a:ext cx="2641600" cy="1512168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3" name="圖片 32">
            <a:extLst>
              <a:ext uri="{FF2B5EF4-FFF2-40B4-BE49-F238E27FC236}">
                <a16:creationId xmlns:a16="http://schemas.microsoft.com/office/drawing/2014/main" id="{451EEE7B-EB54-8E54-4142-DBD51E3E67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367" y="4375976"/>
            <a:ext cx="2607330" cy="170328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7" name="圖片 46">
            <a:extLst>
              <a:ext uri="{FF2B5EF4-FFF2-40B4-BE49-F238E27FC236}">
                <a16:creationId xmlns:a16="http://schemas.microsoft.com/office/drawing/2014/main" id="{D6B7093A-4309-D303-4D5B-136382BC98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5144" y="4372561"/>
            <a:ext cx="2607330" cy="17045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8" name="圖片 47">
            <a:extLst>
              <a:ext uri="{FF2B5EF4-FFF2-40B4-BE49-F238E27FC236}">
                <a16:creationId xmlns:a16="http://schemas.microsoft.com/office/drawing/2014/main" id="{97BF0D1B-CD19-D35D-C1DE-07B167A577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7095" y="4350897"/>
            <a:ext cx="3241593" cy="1726214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50" name="直線單箭頭接點 30">
            <a:extLst>
              <a:ext uri="{FF2B5EF4-FFF2-40B4-BE49-F238E27FC236}">
                <a16:creationId xmlns:a16="http://schemas.microsoft.com/office/drawing/2014/main" id="{0E33986B-C89B-DCF6-7D3F-460872647E5A}"/>
              </a:ext>
            </a:extLst>
          </p:cNvPr>
          <p:cNvCxnSpPr>
            <a:cxnSpLocks/>
            <a:stCxn id="33" idx="3"/>
            <a:endCxn id="47" idx="1"/>
          </p:cNvCxnSpPr>
          <p:nvPr/>
        </p:nvCxnSpPr>
        <p:spPr>
          <a:xfrm flipV="1">
            <a:off x="3359697" y="5224836"/>
            <a:ext cx="1045447" cy="2781"/>
          </a:xfrm>
          <a:prstGeom prst="straightConnector1">
            <a:avLst/>
          </a:prstGeom>
          <a:ln w="38100">
            <a:headEnd w="med" len="med"/>
            <a:tailEnd type="stealth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4" name="直線單箭頭接點 30">
            <a:extLst>
              <a:ext uri="{FF2B5EF4-FFF2-40B4-BE49-F238E27FC236}">
                <a16:creationId xmlns:a16="http://schemas.microsoft.com/office/drawing/2014/main" id="{DCD2CDBE-4470-DF4B-E8EE-68CEFEA41C04}"/>
              </a:ext>
            </a:extLst>
          </p:cNvPr>
          <p:cNvCxnSpPr>
            <a:cxnSpLocks/>
            <a:stCxn id="47" idx="3"/>
            <a:endCxn id="48" idx="1"/>
          </p:cNvCxnSpPr>
          <p:nvPr/>
        </p:nvCxnSpPr>
        <p:spPr>
          <a:xfrm flipV="1">
            <a:off x="7012474" y="5214004"/>
            <a:ext cx="1164621" cy="10832"/>
          </a:xfrm>
          <a:prstGeom prst="straightConnector1">
            <a:avLst/>
          </a:prstGeom>
          <a:ln w="38100">
            <a:headEnd w="med" len="med"/>
            <a:tailEnd type="stealth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8598100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D8381-0DA7-5CC7-0932-D18EEA912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CBD230-79DA-35AD-DA03-681F7CF29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量測數據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0152868-F84F-3D69-EEDE-01417DCB7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44636"/>
            <a:ext cx="2641600" cy="476250"/>
          </a:xfrm>
        </p:spPr>
        <p:txBody>
          <a:bodyPr/>
          <a:lstStyle/>
          <a:p>
            <a:pPr>
              <a:defRPr/>
            </a:pPr>
            <a:fld id="{852CDCC6-45B8-42E7-8F1E-49E4E4D3993A}" type="slidenum">
              <a:rPr lang="en-US" altLang="zh-TW" smtClean="0"/>
              <a:pPr>
                <a:defRPr/>
              </a:pPr>
              <a:t>6</a:t>
            </a:fld>
            <a:endParaRPr lang="en-US" altLang="zh-TW" dirty="0"/>
          </a:p>
        </p:txBody>
      </p:sp>
      <p:sp>
        <p:nvSpPr>
          <p:cNvPr id="141" name="矩形 140">
            <a:extLst>
              <a:ext uri="{FF2B5EF4-FFF2-40B4-BE49-F238E27FC236}">
                <a16:creationId xmlns:a16="http://schemas.microsoft.com/office/drawing/2014/main" id="{5EAA8631-3F5B-486B-FAB9-DC7F0EF9D238}"/>
              </a:ext>
            </a:extLst>
          </p:cNvPr>
          <p:cNvSpPr/>
          <p:nvPr/>
        </p:nvSpPr>
        <p:spPr>
          <a:xfrm>
            <a:off x="766233" y="6310274"/>
            <a:ext cx="1810111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18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※</a:t>
            </a:r>
            <a:r>
              <a:rPr lang="zh-TW" altLang="en-US" sz="18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 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量測數據畫面</a:t>
            </a:r>
            <a:endParaRPr lang="en-US" altLang="zh-TW" sz="18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13B9A30-A393-C786-2254-CE44DA95C4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3568"/>
          <a:stretch/>
        </p:blipFill>
        <p:spPr>
          <a:xfrm>
            <a:off x="757767" y="1340768"/>
            <a:ext cx="10621434" cy="439320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98402612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16377-1FAC-EEA1-DBF4-EF69DC971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94249DB-C9DC-E4FE-26E3-EE18BDADE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量測數據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1462847-59D1-0194-9569-F75328EC3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44636"/>
            <a:ext cx="2641600" cy="476250"/>
          </a:xfrm>
        </p:spPr>
        <p:txBody>
          <a:bodyPr/>
          <a:lstStyle/>
          <a:p>
            <a:pPr>
              <a:defRPr/>
            </a:pPr>
            <a:fld id="{852CDCC6-45B8-42E7-8F1E-49E4E4D3993A}" type="slidenum">
              <a:rPr lang="en-US" altLang="zh-TW" smtClean="0"/>
              <a:pPr>
                <a:defRPr/>
              </a:pPr>
              <a:t>7</a:t>
            </a:fld>
            <a:endParaRPr lang="en-US" altLang="zh-TW" dirty="0"/>
          </a:p>
        </p:txBody>
      </p:sp>
      <p:sp>
        <p:nvSpPr>
          <p:cNvPr id="141" name="矩形 140">
            <a:extLst>
              <a:ext uri="{FF2B5EF4-FFF2-40B4-BE49-F238E27FC236}">
                <a16:creationId xmlns:a16="http://schemas.microsoft.com/office/drawing/2014/main" id="{C3394DC3-6173-8743-0B4F-9F5AF5B61AD1}"/>
              </a:ext>
            </a:extLst>
          </p:cNvPr>
          <p:cNvSpPr/>
          <p:nvPr/>
        </p:nvSpPr>
        <p:spPr>
          <a:xfrm>
            <a:off x="766233" y="6310274"/>
            <a:ext cx="455445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18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※</a:t>
            </a:r>
            <a:r>
              <a:rPr lang="zh-TW" altLang="en-US" sz="18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 表格顯示黃色代表資料已寫入</a:t>
            </a:r>
            <a:r>
              <a:rPr lang="en-US" altLang="zh-TW" sz="18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SPC</a:t>
            </a:r>
            <a:r>
              <a:rPr lang="zh-TW" altLang="en-US" sz="18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資料庫</a:t>
            </a:r>
            <a:endParaRPr lang="en-US" altLang="zh-TW" sz="18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E54AEF5D-0F67-A2DD-B872-32865AFC89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3234"/>
          <a:stretch/>
        </p:blipFill>
        <p:spPr>
          <a:xfrm>
            <a:off x="812800" y="1495291"/>
            <a:ext cx="10621433" cy="439123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03365610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kumimoji="1" sz="225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1pPr>
            <a:lvl2pPr marL="557213" indent="-214313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kumimoji="1" sz="195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2pPr>
            <a:lvl3pPr marL="857250" indent="-1714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kumimoji="1" sz="1725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3pPr>
            <a:lvl4pPr marL="1200150" indent="-1714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kumimoji="1" sz="15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4pPr>
            <a:lvl5pPr marL="1543050" indent="-17145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kumimoji="1" sz="15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5pPr>
            <a:lvl6pPr marL="1885950" indent="-17145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15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6pPr>
            <a:lvl7pPr marL="2228850" indent="-17145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15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7pPr>
            <a:lvl8pPr marL="2571750" indent="-17145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15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8pPr>
            <a:lvl9pPr marL="2914650" indent="-17145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15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C73AF34-EC42-4013-981E-DB7623898E0C}" type="slidenum">
              <a:rPr kumimoji="0" lang="en-US" altLang="zh-TW" sz="900"/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kumimoji="0" lang="en-US" altLang="zh-TW" sz="900"/>
          </a:p>
        </p:txBody>
      </p:sp>
      <p:sp>
        <p:nvSpPr>
          <p:cNvPr id="9" name="文字方塊 8"/>
          <p:cNvSpPr txBox="1"/>
          <p:nvPr/>
        </p:nvSpPr>
        <p:spPr>
          <a:xfrm>
            <a:off x="3827749" y="3104964"/>
            <a:ext cx="4682692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TW" sz="6600" b="1" dirty="0">
                <a:solidFill>
                  <a:schemeClr val="accent6"/>
                </a:solidFill>
              </a:rPr>
              <a:t>Thank You</a:t>
            </a:r>
            <a:endParaRPr lang="zh-TW" altLang="en-US" sz="6600" b="1" dirty="0">
              <a:solidFill>
                <a:schemeClr val="accent6"/>
              </a:solidFill>
            </a:endParaRPr>
          </a:p>
        </p:txBody>
      </p:sp>
      <p:pic>
        <p:nvPicPr>
          <p:cNvPr id="3" name="圖片 4">
            <a:extLst>
              <a:ext uri="{FF2B5EF4-FFF2-40B4-BE49-F238E27FC236}">
                <a16:creationId xmlns:a16="http://schemas.microsoft.com/office/drawing/2014/main" id="{B61F5CCA-8304-275B-7836-A71722FDAFC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1058" y="5806804"/>
            <a:ext cx="3240360" cy="283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2"/>
        </a:solidFill>
        <a:ln w="9525">
          <a:solidFill>
            <a:schemeClr val="accent2"/>
          </a:solidFill>
          <a:round/>
          <a:headEnd/>
          <a:tailEnd/>
        </a:ln>
      </a:spPr>
      <a:bodyPr/>
      <a:lstStyle>
        <a:defPPr>
          <a:defRPr/>
        </a:defPPr>
      </a:lstStyle>
    </a:sp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8188</TotalTime>
  <Words>189</Words>
  <Application>Microsoft Office PowerPoint</Application>
  <PresentationFormat>寬螢幕</PresentationFormat>
  <Paragraphs>52</Paragraphs>
  <Slides>8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5" baseType="lpstr">
      <vt:lpstr>微軟正黑體</vt:lpstr>
      <vt:lpstr>Aptos</vt:lpstr>
      <vt:lpstr>Arial</vt:lpstr>
      <vt:lpstr>Tahoma</vt:lpstr>
      <vt:lpstr>Verdana</vt:lpstr>
      <vt:lpstr>Wingdings</vt:lpstr>
      <vt:lpstr>Profile</vt:lpstr>
      <vt:lpstr>PowerPoint 簡報</vt:lpstr>
      <vt:lpstr>整體運作流程</vt:lpstr>
      <vt:lpstr>預設頁面功能介紹</vt:lpstr>
      <vt:lpstr>功能視窗</vt:lpstr>
      <vt:lpstr>實際頁面</vt:lpstr>
      <vt:lpstr>量測數據</vt:lpstr>
      <vt:lpstr>量測數據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MichaelLee</dc:creator>
  <cp:lastModifiedBy>蔡德龍 / TSAI，TE-LUNG</cp:lastModifiedBy>
  <cp:revision>950</cp:revision>
  <cp:lastPrinted>2022-08-12T03:29:57Z</cp:lastPrinted>
  <dcterms:created xsi:type="dcterms:W3CDTF">2004-02-23T01:50:34Z</dcterms:created>
  <dcterms:modified xsi:type="dcterms:W3CDTF">2025-06-12T07:43:44Z</dcterms:modified>
</cp:coreProperties>
</file>