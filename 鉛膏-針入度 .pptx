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1"/>
  </p:sldMasterIdLst>
  <p:notesMasterIdLst>
    <p:notesMasterId r:id="rId10"/>
  </p:notesMasterIdLst>
  <p:handoutMasterIdLst>
    <p:handoutMasterId r:id="rId11"/>
  </p:handoutMasterIdLst>
  <p:sldIdLst>
    <p:sldId id="627" r:id="rId2"/>
    <p:sldId id="726" r:id="rId3"/>
    <p:sldId id="728" r:id="rId4"/>
    <p:sldId id="732" r:id="rId5"/>
    <p:sldId id="730" r:id="rId6"/>
    <p:sldId id="731" r:id="rId7"/>
    <p:sldId id="733" r:id="rId8"/>
    <p:sldId id="715" r:id="rId9"/>
  </p:sldIdLst>
  <p:sldSz cx="12192000" cy="6858000"/>
  <p:notesSz cx="7104063" cy="10234613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5pPr>
    <a:lvl6pPr marL="2286000" algn="l" defTabSz="914400" rtl="0" eaLnBrk="1" latinLnBrk="0" hangingPunct="1"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6pPr>
    <a:lvl7pPr marL="2743200" algn="l" defTabSz="914400" rtl="0" eaLnBrk="1" latinLnBrk="0" hangingPunct="1"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7pPr>
    <a:lvl8pPr marL="3200400" algn="l" defTabSz="914400" rtl="0" eaLnBrk="1" latinLnBrk="0" hangingPunct="1"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8pPr>
    <a:lvl9pPr marL="3657600" algn="l" defTabSz="914400" rtl="0" eaLnBrk="1" latinLnBrk="0" hangingPunct="1"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5" userDrawn="1">
          <p15:clr>
            <a:srgbClr val="A4A3A4"/>
          </p15:clr>
        </p15:guide>
        <p15:guide id="2" pos="223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33FF"/>
    <a:srgbClr val="3333CC"/>
    <a:srgbClr val="CC0000"/>
    <a:srgbClr val="33CC33"/>
    <a:srgbClr val="FFFF66"/>
    <a:srgbClr val="6AECFA"/>
    <a:srgbClr val="CC33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50" autoAdjust="0"/>
    <p:restoredTop sz="94854" autoAdjust="0"/>
  </p:normalViewPr>
  <p:slideViewPr>
    <p:cSldViewPr>
      <p:cViewPr varScale="1">
        <p:scale>
          <a:sx n="106" d="100"/>
          <a:sy n="106" d="100"/>
        </p:scale>
        <p:origin x="576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606"/>
    </p:cViewPr>
  </p:sorterViewPr>
  <p:notesViewPr>
    <p:cSldViewPr>
      <p:cViewPr varScale="1">
        <p:scale>
          <a:sx n="60" d="100"/>
          <a:sy n="60" d="100"/>
        </p:scale>
        <p:origin x="-1098" y="-78"/>
      </p:cViewPr>
      <p:guideLst>
        <p:guide orient="horz" pos="3225"/>
        <p:guide pos="223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35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3203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35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0673"/>
            <a:ext cx="3079202" cy="512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35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3203" y="9720673"/>
            <a:ext cx="3079202" cy="512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6CEE0F9E-EE3A-4D85-92B4-709945D07A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3203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1288" y="766763"/>
            <a:ext cx="682307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8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075" y="4861155"/>
            <a:ext cx="5683914" cy="4607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158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673"/>
            <a:ext cx="3079202" cy="512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58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3203" y="9720673"/>
            <a:ext cx="3079202" cy="512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984224DF-4E30-468D-ADED-F7DAE3824DB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6763"/>
            <a:ext cx="6821487" cy="3838575"/>
          </a:xfrm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2000"/>
          </a:p>
        </p:txBody>
      </p:sp>
      <p:sp>
        <p:nvSpPr>
          <p:cNvPr id="1884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1884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5BACD1E-A16D-4786-9CD7-B84F37C1D92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1605324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2CDCC6-45B8-42E7-8F1E-49E4E4D3993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5948058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17D5C6-56FA-42ED-AE44-7CE311F2ED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0899026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891952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9BAE39-692D-4733-906E-783359E440B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4790825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891952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842BDA-F8C6-4831-B90E-DC86D50D9755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944403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92211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8463BD-0654-495C-8589-030B56BF6C1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1299176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AD2A8A-688F-471F-8FD5-2EEFEC81CD6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9091516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9842D4-7EDE-4F56-AAD4-2680D6E5CA1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0645173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EE26C6-C172-4121-8CB6-1145652BCDC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3649383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0DF1C-9BC7-4593-8663-0EBC909EBB2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6458533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660463-0CC8-4BF9-8D12-A93E1E1413A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256059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1DBE4E-A6C9-4470-A0E1-44EAAC7B353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34590744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891952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755651" y="1340768"/>
            <a:ext cx="10812957" cy="4679032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8F3DF5-56DA-4780-8A62-806AF3EFD18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50111896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標題，文字及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6191251" y="1752600"/>
            <a:ext cx="5232400" cy="2057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6191251" y="3962400"/>
            <a:ext cx="5232400" cy="2057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053459-96B2-477B-8DA4-D2377AC8678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13669240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標題，四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sz="quarter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755651" y="1752600"/>
            <a:ext cx="5232400" cy="2057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6191251" y="1752600"/>
            <a:ext cx="5232400" cy="2057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755651" y="3962400"/>
            <a:ext cx="5232400" cy="2057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1251" y="3962400"/>
            <a:ext cx="5232400" cy="2057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5A6F7D-5046-4531-A78D-5D6F838272B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67255905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755651" y="304800"/>
            <a:ext cx="10678583" cy="5715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9DEB62-5E13-4BC4-BE8E-7F0C759D3EB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294952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sz="2000"/>
          </a:p>
        </p:txBody>
      </p:sp>
      <p:sp>
        <p:nvSpPr>
          <p:cNvPr id="187398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739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740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 smtClean="0">
                <a:latin typeface="Verdana" panose="020B060403050404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48842BDA-F8C6-4831-B90E-DC86D50D975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pic>
        <p:nvPicPr>
          <p:cNvPr id="3" name="圖片 2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8693" y="370788"/>
            <a:ext cx="1474959" cy="540161"/>
          </a:xfrm>
          <a:prstGeom prst="rect">
            <a:avLst/>
          </a:prstGeom>
        </p:spPr>
      </p:pic>
      <p:sp>
        <p:nvSpPr>
          <p:cNvPr id="13" name="AutoShape 4"/>
          <p:cNvSpPr>
            <a:spLocks noChangeArrowheads="1"/>
          </p:cNvSpPr>
          <p:nvPr userDrawn="1"/>
        </p:nvSpPr>
        <p:spPr bwMode="auto">
          <a:xfrm>
            <a:off x="768349" y="947461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connsiteX0" fmla="*/ 0 w 10000"/>
              <a:gd name="connsiteY0" fmla="*/ 0 h 10000"/>
              <a:gd name="connsiteX1" fmla="*/ 5850 w 10000"/>
              <a:gd name="connsiteY1" fmla="*/ 0 h 10000"/>
              <a:gd name="connsiteX2" fmla="*/ 3552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0" fmla="*/ 0 w 10000"/>
              <a:gd name="connsiteY0" fmla="*/ 0 h 10000"/>
              <a:gd name="connsiteX1" fmla="*/ 3552 w 10000"/>
              <a:gd name="connsiteY1" fmla="*/ 0 h 10000"/>
              <a:gd name="connsiteX2" fmla="*/ 3552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 stroke="0">
                <a:moveTo>
                  <a:pt x="0" y="0"/>
                </a:moveTo>
                <a:lnTo>
                  <a:pt x="3552" y="0"/>
                </a:lnTo>
                <a:lnTo>
                  <a:pt x="3552" y="10000"/>
                </a:lnTo>
                <a:lnTo>
                  <a:pt x="0" y="10000"/>
                </a:lnTo>
                <a:lnTo>
                  <a:pt x="0" y="0"/>
                </a:lnTo>
                <a:close/>
              </a:path>
              <a:path w="10000" h="10000">
                <a:moveTo>
                  <a:pt x="0" y="0"/>
                </a:moveTo>
                <a:lnTo>
                  <a:pt x="10000" y="0"/>
                </a:lnTo>
              </a:path>
            </a:pathLst>
          </a:custGeom>
          <a:solidFill>
            <a:schemeClr val="accent2"/>
          </a:solidFill>
          <a:ln w="9525" cap="sq" cmpd="thinThick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2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52" r:id="rId1"/>
    <p:sldLayoutId id="2147484638" r:id="rId2"/>
    <p:sldLayoutId id="2147484639" r:id="rId3"/>
    <p:sldLayoutId id="2147484640" r:id="rId4"/>
    <p:sldLayoutId id="2147484653" r:id="rId5"/>
    <p:sldLayoutId id="2147484641" r:id="rId6"/>
    <p:sldLayoutId id="2147484642" r:id="rId7"/>
    <p:sldLayoutId id="2147484643" r:id="rId8"/>
    <p:sldLayoutId id="2147484644" r:id="rId9"/>
    <p:sldLayoutId id="2147484645" r:id="rId10"/>
    <p:sldLayoutId id="2147484646" r:id="rId11"/>
    <p:sldLayoutId id="2147484647" r:id="rId12"/>
    <p:sldLayoutId id="2147484648" r:id="rId13"/>
    <p:sldLayoutId id="2147484649" r:id="rId14"/>
    <p:sldLayoutId id="2147484650" r:id="rId15"/>
    <p:sldLayoutId id="2147484651" r:id="rId16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kumimoji="1"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kumimoji="1"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2090738" y="1196751"/>
            <a:ext cx="8109718" cy="4893053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0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0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0" indent="0" algn="ctr" eaLnBrk="1" hangingPunct="1">
              <a:lnSpc>
                <a:spcPct val="90000"/>
              </a:lnSpc>
              <a:buNone/>
            </a:pPr>
            <a:endParaRPr lang="en-US" altLang="zh-TW" sz="36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0" indent="0" algn="ctr" eaLnBrk="1" hangingPunct="1">
              <a:lnSpc>
                <a:spcPct val="90000"/>
              </a:lnSpc>
              <a:buNone/>
            </a:pP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鉛膏</a:t>
            </a:r>
            <a:r>
              <a:rPr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-</a:t>
            </a: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針入度</a:t>
            </a:r>
            <a:endParaRPr lang="en-US" altLang="zh-TW" sz="4800" b="1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0" indent="0" algn="ctr" eaLnBrk="1" hangingPunct="1">
              <a:lnSpc>
                <a:spcPct val="90000"/>
              </a:lnSpc>
              <a:buNone/>
            </a:pP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品質管理系統</a:t>
            </a:r>
            <a:endParaRPr lang="en-US" altLang="zh-TW" sz="4800" b="1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5122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kumimoji="1" sz="3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kumimoji="1" sz="23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2182C3D-857D-40A3-813F-830C9D5DD49A}" type="slidenum">
              <a:rPr kumimoji="0" lang="en-US" altLang="zh-TW" sz="1200"/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kumimoji="0" lang="en-US" altLang="zh-TW" sz="1200" dirty="0"/>
          </a:p>
        </p:txBody>
      </p:sp>
      <p:pic>
        <p:nvPicPr>
          <p:cNvPr id="5126" name="圖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1058" y="5806804"/>
            <a:ext cx="3425142" cy="28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7" name="文字方塊 1"/>
          <p:cNvSpPr txBox="1">
            <a:spLocks noChangeArrowheads="1"/>
          </p:cNvSpPr>
          <p:nvPr/>
        </p:nvSpPr>
        <p:spPr bwMode="auto">
          <a:xfrm>
            <a:off x="2526842" y="4581128"/>
            <a:ext cx="7128792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9pPr>
          </a:lstStyle>
          <a:p>
            <a:pPr algn="ctr"/>
            <a:endParaRPr lang="en-US" altLang="zh-TW" b="1" dirty="0">
              <a:latin typeface="+mn-ea"/>
              <a:ea typeface="+mn-ea"/>
            </a:endParaRPr>
          </a:p>
          <a:p>
            <a:pPr algn="ctr"/>
            <a:r>
              <a:rPr lang="zh-TW" altLang="en-US" sz="3200" b="1" dirty="0">
                <a:latin typeface="+mn-ea"/>
                <a:ea typeface="+mn-ea"/>
              </a:rPr>
              <a:t>資訊中心</a:t>
            </a:r>
            <a:endParaRPr lang="en-US" altLang="zh-TW" sz="3200" b="1" dirty="0">
              <a:latin typeface="+mn-ea"/>
              <a:ea typeface="+mn-ea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8F9731-3B6C-9E94-6F82-5079D03DE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頁面功能介紹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6E1C345-000E-9594-DA07-CC6B1EDB3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11701"/>
            <a:ext cx="2641600" cy="476250"/>
          </a:xfrm>
        </p:spPr>
        <p:txBody>
          <a:bodyPr/>
          <a:lstStyle/>
          <a:p>
            <a:pPr>
              <a:defRPr/>
            </a:pPr>
            <a:fld id="{852CDCC6-45B8-42E7-8F1E-49E4E4D3993A}" type="slidenum">
              <a:rPr lang="en-US" altLang="zh-TW" smtClean="0"/>
              <a:pPr>
                <a:defRPr/>
              </a:pPr>
              <a:t>2</a:t>
            </a:fld>
            <a:endParaRPr lang="en-US" altLang="zh-TW"/>
          </a:p>
        </p:txBody>
      </p:sp>
      <p:pic>
        <p:nvPicPr>
          <p:cNvPr id="17" name="內容版面配置區 16">
            <a:extLst>
              <a:ext uri="{FF2B5EF4-FFF2-40B4-BE49-F238E27FC236}">
                <a16:creationId xmlns:a16="http://schemas.microsoft.com/office/drawing/2014/main" id="{34743C9E-8456-15AA-7149-F97ED40DD7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7097" y="1412776"/>
            <a:ext cx="10357805" cy="4267200"/>
          </a:xfrm>
        </p:spPr>
      </p:pic>
      <p:grpSp>
        <p:nvGrpSpPr>
          <p:cNvPr id="33" name="群組 32">
            <a:extLst>
              <a:ext uri="{FF2B5EF4-FFF2-40B4-BE49-F238E27FC236}">
                <a16:creationId xmlns:a16="http://schemas.microsoft.com/office/drawing/2014/main" id="{76F2B768-410A-C3C2-1D47-A5B6AE42E163}"/>
              </a:ext>
            </a:extLst>
          </p:cNvPr>
          <p:cNvGrpSpPr/>
          <p:nvPr/>
        </p:nvGrpSpPr>
        <p:grpSpPr>
          <a:xfrm>
            <a:off x="766233" y="6276647"/>
            <a:ext cx="308097" cy="369332"/>
            <a:chOff x="9638330" y="2689238"/>
            <a:chExt cx="308097" cy="369332"/>
          </a:xfrm>
        </p:grpSpPr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D391D204-4DAF-B8AE-46B3-9762243F604D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D04A0665-DD85-124C-60C1-99939C2955D2}"/>
                </a:ext>
              </a:extLst>
            </p:cNvPr>
            <p:cNvSpPr/>
            <p:nvPr/>
          </p:nvSpPr>
          <p:spPr>
            <a:xfrm>
              <a:off x="9638330" y="2689238"/>
              <a:ext cx="308097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</a:t>
              </a:r>
            </a:p>
          </p:txBody>
        </p: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9D91AAF9-161E-8684-077A-6410B4190973}"/>
              </a:ext>
            </a:extLst>
          </p:cNvPr>
          <p:cNvSpPr/>
          <p:nvPr/>
        </p:nvSpPr>
        <p:spPr>
          <a:xfrm>
            <a:off x="1065796" y="6275288"/>
            <a:ext cx="222394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資料匯出至</a:t>
            </a:r>
            <a:r>
              <a: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CSV</a:t>
            </a:r>
            <a:r>
              <a:rPr lang="zh-TW" alt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檔案</a:t>
            </a:r>
            <a:endParaRPr lang="en-US" altLang="zh-TW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grpSp>
        <p:nvGrpSpPr>
          <p:cNvPr id="50" name="群組 49">
            <a:extLst>
              <a:ext uri="{FF2B5EF4-FFF2-40B4-BE49-F238E27FC236}">
                <a16:creationId xmlns:a16="http://schemas.microsoft.com/office/drawing/2014/main" id="{2267CD49-8A24-42A5-209C-F4F188353371}"/>
              </a:ext>
            </a:extLst>
          </p:cNvPr>
          <p:cNvGrpSpPr/>
          <p:nvPr/>
        </p:nvGrpSpPr>
        <p:grpSpPr>
          <a:xfrm>
            <a:off x="3219354" y="6275288"/>
            <a:ext cx="308097" cy="369332"/>
            <a:chOff x="9638330" y="2689238"/>
            <a:chExt cx="308097" cy="369332"/>
          </a:xfrm>
        </p:grpSpPr>
        <p:sp>
          <p:nvSpPr>
            <p:cNvPr id="51" name="橢圓 50">
              <a:extLst>
                <a:ext uri="{FF2B5EF4-FFF2-40B4-BE49-F238E27FC236}">
                  <a16:creationId xmlns:a16="http://schemas.microsoft.com/office/drawing/2014/main" id="{5C6E7D66-D5AC-CDB8-48C5-BFC9FC49784E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B10515F2-5D7A-BB2F-9799-4C939D3CDD5F}"/>
                </a:ext>
              </a:extLst>
            </p:cNvPr>
            <p:cNvSpPr/>
            <p:nvPr/>
          </p:nvSpPr>
          <p:spPr>
            <a:xfrm>
              <a:off x="9638330" y="2689238"/>
              <a:ext cx="308097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2</a:t>
              </a:r>
            </a:p>
          </p:txBody>
        </p:sp>
      </p:grpSp>
      <p:sp>
        <p:nvSpPr>
          <p:cNvPr id="53" name="矩形 52">
            <a:extLst>
              <a:ext uri="{FF2B5EF4-FFF2-40B4-BE49-F238E27FC236}">
                <a16:creationId xmlns:a16="http://schemas.microsoft.com/office/drawing/2014/main" id="{697774F3-BE87-E8EE-2162-B73DEFAB6B93}"/>
              </a:ext>
            </a:extLst>
          </p:cNvPr>
          <p:cNvSpPr/>
          <p:nvPr/>
        </p:nvSpPr>
        <p:spPr>
          <a:xfrm>
            <a:off x="3515433" y="6277620"/>
            <a:ext cx="180049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塞選數據時間軸</a:t>
            </a:r>
            <a:endParaRPr lang="en-US" altLang="zh-TW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29601573-DA83-2096-7E5D-99B5BE036618}"/>
              </a:ext>
            </a:extLst>
          </p:cNvPr>
          <p:cNvGrpSpPr/>
          <p:nvPr/>
        </p:nvGrpSpPr>
        <p:grpSpPr>
          <a:xfrm>
            <a:off x="5403837" y="6283140"/>
            <a:ext cx="308098" cy="369332"/>
            <a:chOff x="9638330" y="2689238"/>
            <a:chExt cx="308098" cy="369332"/>
          </a:xfrm>
        </p:grpSpPr>
        <p:sp>
          <p:nvSpPr>
            <p:cNvPr id="55" name="橢圓 54">
              <a:extLst>
                <a:ext uri="{FF2B5EF4-FFF2-40B4-BE49-F238E27FC236}">
                  <a16:creationId xmlns:a16="http://schemas.microsoft.com/office/drawing/2014/main" id="{A809F001-BB73-E269-94AB-7A331007B8CC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19E48502-E84E-0136-5C3C-A4EAAB784E5D}"/>
                </a:ext>
              </a:extLst>
            </p:cNvPr>
            <p:cNvSpPr/>
            <p:nvPr/>
          </p:nvSpPr>
          <p:spPr>
            <a:xfrm>
              <a:off x="9638330" y="2689238"/>
              <a:ext cx="308098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3</a:t>
              </a:r>
            </a:p>
          </p:txBody>
        </p:sp>
      </p:grpSp>
      <p:sp>
        <p:nvSpPr>
          <p:cNvPr id="57" name="矩形 56">
            <a:extLst>
              <a:ext uri="{FF2B5EF4-FFF2-40B4-BE49-F238E27FC236}">
                <a16:creationId xmlns:a16="http://schemas.microsoft.com/office/drawing/2014/main" id="{032397B5-4EEF-DA0B-BF3C-DBF10CEB3E0D}"/>
              </a:ext>
            </a:extLst>
          </p:cNvPr>
          <p:cNvSpPr/>
          <p:nvPr/>
        </p:nvSpPr>
        <p:spPr>
          <a:xfrm>
            <a:off x="5697063" y="6283140"/>
            <a:ext cx="118654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機台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/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規格</a:t>
            </a:r>
            <a:endParaRPr lang="en-US" altLang="zh-TW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grpSp>
        <p:nvGrpSpPr>
          <p:cNvPr id="62" name="群組 61">
            <a:extLst>
              <a:ext uri="{FF2B5EF4-FFF2-40B4-BE49-F238E27FC236}">
                <a16:creationId xmlns:a16="http://schemas.microsoft.com/office/drawing/2014/main" id="{2AC640B8-F55F-4689-88B0-6923D6CAA0D3}"/>
              </a:ext>
            </a:extLst>
          </p:cNvPr>
          <p:cNvGrpSpPr/>
          <p:nvPr/>
        </p:nvGrpSpPr>
        <p:grpSpPr>
          <a:xfrm>
            <a:off x="6970460" y="6283140"/>
            <a:ext cx="308098" cy="369332"/>
            <a:chOff x="9638330" y="2689238"/>
            <a:chExt cx="308098" cy="369332"/>
          </a:xfrm>
        </p:grpSpPr>
        <p:sp>
          <p:nvSpPr>
            <p:cNvPr id="63" name="橢圓 62">
              <a:extLst>
                <a:ext uri="{FF2B5EF4-FFF2-40B4-BE49-F238E27FC236}">
                  <a16:creationId xmlns:a16="http://schemas.microsoft.com/office/drawing/2014/main" id="{858E17E8-367F-D028-21EB-D91141A14CF0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15080D2F-AD97-CF53-67A3-35148C2571BC}"/>
                </a:ext>
              </a:extLst>
            </p:cNvPr>
            <p:cNvSpPr/>
            <p:nvPr/>
          </p:nvSpPr>
          <p:spPr>
            <a:xfrm>
              <a:off x="9638330" y="2689238"/>
              <a:ext cx="308098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4</a:t>
              </a:r>
            </a:p>
          </p:txBody>
        </p:sp>
      </p:grpSp>
      <p:sp>
        <p:nvSpPr>
          <p:cNvPr id="65" name="矩形 64">
            <a:extLst>
              <a:ext uri="{FF2B5EF4-FFF2-40B4-BE49-F238E27FC236}">
                <a16:creationId xmlns:a16="http://schemas.microsoft.com/office/drawing/2014/main" id="{5B25D7CF-0CFB-5BB5-4354-D2C0FB02D438}"/>
              </a:ext>
            </a:extLst>
          </p:cNvPr>
          <p:cNvSpPr/>
          <p:nvPr/>
        </p:nvSpPr>
        <p:spPr>
          <a:xfrm>
            <a:off x="7266539" y="6283140"/>
            <a:ext cx="110799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新增數據</a:t>
            </a:r>
            <a:endParaRPr lang="en-US" altLang="zh-TW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66" name="矩形: 圓角 65">
            <a:extLst>
              <a:ext uri="{FF2B5EF4-FFF2-40B4-BE49-F238E27FC236}">
                <a16:creationId xmlns:a16="http://schemas.microsoft.com/office/drawing/2014/main" id="{52953F7C-1E9D-4887-01D8-69C74825EEC0}"/>
              </a:ext>
            </a:extLst>
          </p:cNvPr>
          <p:cNvSpPr/>
          <p:nvPr/>
        </p:nvSpPr>
        <p:spPr bwMode="auto">
          <a:xfrm>
            <a:off x="2548047" y="2345412"/>
            <a:ext cx="790043" cy="391025"/>
          </a:xfrm>
          <a:prstGeom prst="roundRect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: 圓角 66">
            <a:extLst>
              <a:ext uri="{FF2B5EF4-FFF2-40B4-BE49-F238E27FC236}">
                <a16:creationId xmlns:a16="http://schemas.microsoft.com/office/drawing/2014/main" id="{0F08B414-832E-5F19-210B-BA538A0710E3}"/>
              </a:ext>
            </a:extLst>
          </p:cNvPr>
          <p:cNvSpPr/>
          <p:nvPr/>
        </p:nvSpPr>
        <p:spPr bwMode="auto">
          <a:xfrm>
            <a:off x="7182470" y="1877891"/>
            <a:ext cx="2448272" cy="334850"/>
          </a:xfrm>
          <a:prstGeom prst="roundRect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矩形: 圓角 67">
            <a:extLst>
              <a:ext uri="{FF2B5EF4-FFF2-40B4-BE49-F238E27FC236}">
                <a16:creationId xmlns:a16="http://schemas.microsoft.com/office/drawing/2014/main" id="{AE12E77E-A31D-31EF-065A-36B8367BD1E9}"/>
              </a:ext>
            </a:extLst>
          </p:cNvPr>
          <p:cNvSpPr/>
          <p:nvPr/>
        </p:nvSpPr>
        <p:spPr bwMode="auto">
          <a:xfrm>
            <a:off x="6889956" y="2352819"/>
            <a:ext cx="1905448" cy="369332"/>
          </a:xfrm>
          <a:prstGeom prst="roundRect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B3C02C68-1F8E-A6B3-5C6B-76140921FDCA}"/>
              </a:ext>
            </a:extLst>
          </p:cNvPr>
          <p:cNvGrpSpPr/>
          <p:nvPr/>
        </p:nvGrpSpPr>
        <p:grpSpPr>
          <a:xfrm>
            <a:off x="8588298" y="2492896"/>
            <a:ext cx="311304" cy="369332"/>
            <a:chOff x="9630717" y="2687879"/>
            <a:chExt cx="311304" cy="369332"/>
          </a:xfrm>
        </p:grpSpPr>
        <p:sp>
          <p:nvSpPr>
            <p:cNvPr id="28" name="橢圓 27">
              <a:extLst>
                <a:ext uri="{FF2B5EF4-FFF2-40B4-BE49-F238E27FC236}">
                  <a16:creationId xmlns:a16="http://schemas.microsoft.com/office/drawing/2014/main" id="{A6C42135-FC47-67FE-DC90-D394EAC11E5E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726D1456-351E-57A4-415D-992CBD22248A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3</a:t>
              </a:r>
            </a:p>
          </p:txBody>
        </p:sp>
      </p:grpSp>
      <p:sp>
        <p:nvSpPr>
          <p:cNvPr id="69" name="矩形: 圓角 68">
            <a:extLst>
              <a:ext uri="{FF2B5EF4-FFF2-40B4-BE49-F238E27FC236}">
                <a16:creationId xmlns:a16="http://schemas.microsoft.com/office/drawing/2014/main" id="{B158BEC3-54F4-91B9-C44B-D26361E3C991}"/>
              </a:ext>
            </a:extLst>
          </p:cNvPr>
          <p:cNvSpPr/>
          <p:nvPr/>
        </p:nvSpPr>
        <p:spPr bwMode="auto">
          <a:xfrm>
            <a:off x="8915177" y="2352818"/>
            <a:ext cx="715565" cy="360447"/>
          </a:xfrm>
          <a:prstGeom prst="roundRect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F88D53C3-1F02-CED9-4D21-1251D41CDB63}"/>
              </a:ext>
            </a:extLst>
          </p:cNvPr>
          <p:cNvGrpSpPr/>
          <p:nvPr/>
        </p:nvGrpSpPr>
        <p:grpSpPr>
          <a:xfrm>
            <a:off x="9486726" y="2492896"/>
            <a:ext cx="311304" cy="369332"/>
            <a:chOff x="9630717" y="2687879"/>
            <a:chExt cx="311304" cy="369332"/>
          </a:xfrm>
        </p:grpSpPr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095A3A34-FAC8-544A-3BE6-BB02849B3F2B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39A763AA-7CC2-8622-8B2B-31D1BE92FE40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4</a:t>
              </a:r>
            </a:p>
          </p:txBody>
        </p:sp>
      </p:grp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35DCB65F-90AA-FA96-2E9E-6FA94211A8A9}"/>
              </a:ext>
            </a:extLst>
          </p:cNvPr>
          <p:cNvGrpSpPr/>
          <p:nvPr/>
        </p:nvGrpSpPr>
        <p:grpSpPr>
          <a:xfrm>
            <a:off x="9486726" y="1966918"/>
            <a:ext cx="311304" cy="369332"/>
            <a:chOff x="9630717" y="2687879"/>
            <a:chExt cx="311304" cy="369332"/>
          </a:xfrm>
        </p:grpSpPr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1C7F6720-16B8-9EC9-DE1E-FBC7ED6CE83E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FCA7E9EF-F558-B79E-0872-FEA5EA180731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2</a:t>
              </a:r>
            </a:p>
          </p:txBody>
        </p:sp>
      </p:grp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890B0635-563E-FACF-DDD4-2B5CF8F075A4}"/>
              </a:ext>
            </a:extLst>
          </p:cNvPr>
          <p:cNvGrpSpPr/>
          <p:nvPr/>
        </p:nvGrpSpPr>
        <p:grpSpPr>
          <a:xfrm>
            <a:off x="3089879" y="2492896"/>
            <a:ext cx="308097" cy="369332"/>
            <a:chOff x="9638330" y="2689238"/>
            <a:chExt cx="308097" cy="369332"/>
          </a:xfrm>
        </p:grpSpPr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B33340CD-E30D-FB36-ED91-54A4E3784592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8616EE29-2B7F-A601-2ED6-2DF8A10EA3C4}"/>
                </a:ext>
              </a:extLst>
            </p:cNvPr>
            <p:cNvSpPr/>
            <p:nvPr/>
          </p:nvSpPr>
          <p:spPr>
            <a:xfrm>
              <a:off x="9638330" y="2689238"/>
              <a:ext cx="308097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2998079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6A482-B095-B004-797E-0EB226A0D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AB2EEB-7D7C-4337-E5E5-190E5322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資料如何匯出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?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115FA7F-C292-8F76-776B-C7E5CAB13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45361"/>
            <a:ext cx="2641600" cy="476250"/>
          </a:xfrm>
        </p:spPr>
        <p:txBody>
          <a:bodyPr/>
          <a:lstStyle/>
          <a:p>
            <a:pPr>
              <a:defRPr/>
            </a:pPr>
            <a:fld id="{852CDCC6-45B8-42E7-8F1E-49E4E4D3993A}" type="slidenum">
              <a:rPr lang="en-US" altLang="zh-TW" smtClean="0"/>
              <a:pPr>
                <a:defRPr/>
              </a:pPr>
              <a:t>3</a:t>
            </a:fld>
            <a:endParaRPr lang="en-US" altLang="zh-TW"/>
          </a:p>
        </p:txBody>
      </p:sp>
      <p:pic>
        <p:nvPicPr>
          <p:cNvPr id="17" name="內容版面配置區 16">
            <a:extLst>
              <a:ext uri="{FF2B5EF4-FFF2-40B4-BE49-F238E27FC236}">
                <a16:creationId xmlns:a16="http://schemas.microsoft.com/office/drawing/2014/main" id="{137389B3-FA77-B473-397F-D16E283453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0747" y="1484784"/>
            <a:ext cx="10357805" cy="4267200"/>
          </a:xfrm>
        </p:spPr>
      </p:pic>
      <p:grpSp>
        <p:nvGrpSpPr>
          <p:cNvPr id="33" name="群組 32">
            <a:extLst>
              <a:ext uri="{FF2B5EF4-FFF2-40B4-BE49-F238E27FC236}">
                <a16:creationId xmlns:a16="http://schemas.microsoft.com/office/drawing/2014/main" id="{D31DF86F-988F-1FDB-3BBD-91B4A9C25552}"/>
              </a:ext>
            </a:extLst>
          </p:cNvPr>
          <p:cNvGrpSpPr/>
          <p:nvPr/>
        </p:nvGrpSpPr>
        <p:grpSpPr>
          <a:xfrm>
            <a:off x="766233" y="6313192"/>
            <a:ext cx="308097" cy="369332"/>
            <a:chOff x="9638330" y="2689238"/>
            <a:chExt cx="308097" cy="369332"/>
          </a:xfrm>
        </p:grpSpPr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9248A2BB-240D-2A34-1CE2-A6EDAE2266B9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F93FFE5E-A5F4-FEC9-7CC8-2F3843FE2F3A}"/>
                </a:ext>
              </a:extLst>
            </p:cNvPr>
            <p:cNvSpPr/>
            <p:nvPr/>
          </p:nvSpPr>
          <p:spPr>
            <a:xfrm>
              <a:off x="9638330" y="2689238"/>
              <a:ext cx="308097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</a:t>
              </a:r>
            </a:p>
          </p:txBody>
        </p: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1A6D15C6-2D90-1915-B213-5590D011A952}"/>
              </a:ext>
            </a:extLst>
          </p:cNvPr>
          <p:cNvSpPr/>
          <p:nvPr/>
        </p:nvSpPr>
        <p:spPr>
          <a:xfrm>
            <a:off x="1060539" y="6309115"/>
            <a:ext cx="77219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TW" alt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資料匯出</a:t>
            </a:r>
            <a:r>
              <a: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: </a:t>
            </a:r>
            <a:r>
              <a:rPr lang="zh-TW" alt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根據        、         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所篩選的機台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/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規格 及 時間範圍進行資料的匯出。</a:t>
            </a:r>
            <a:endParaRPr lang="en-US" altLang="zh-TW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66" name="矩形: 圓角 65">
            <a:extLst>
              <a:ext uri="{FF2B5EF4-FFF2-40B4-BE49-F238E27FC236}">
                <a16:creationId xmlns:a16="http://schemas.microsoft.com/office/drawing/2014/main" id="{5ED124C9-4D91-5EA1-CABB-BADE8600BAD0}"/>
              </a:ext>
            </a:extLst>
          </p:cNvPr>
          <p:cNvSpPr/>
          <p:nvPr/>
        </p:nvSpPr>
        <p:spPr bwMode="auto">
          <a:xfrm>
            <a:off x="2541697" y="2417420"/>
            <a:ext cx="790043" cy="391025"/>
          </a:xfrm>
          <a:prstGeom prst="roundRect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98F2A964-142F-27FE-8B9B-288C93C2AFFD}"/>
              </a:ext>
            </a:extLst>
          </p:cNvPr>
          <p:cNvGrpSpPr/>
          <p:nvPr/>
        </p:nvGrpSpPr>
        <p:grpSpPr>
          <a:xfrm>
            <a:off x="3083529" y="2564904"/>
            <a:ext cx="308097" cy="369332"/>
            <a:chOff x="9638330" y="2689238"/>
            <a:chExt cx="308097" cy="369332"/>
          </a:xfrm>
        </p:grpSpPr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222D2F54-2747-40F4-B500-BF1A6B52583E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1FC83405-CE62-AD33-32B8-CCDECBE5CBD8}"/>
                </a:ext>
              </a:extLst>
            </p:cNvPr>
            <p:cNvSpPr/>
            <p:nvPr/>
          </p:nvSpPr>
          <p:spPr>
            <a:xfrm>
              <a:off x="9638330" y="2689238"/>
              <a:ext cx="308097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</a:t>
              </a:r>
            </a:p>
          </p:txBody>
        </p:sp>
      </p:grp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BC5DC248-E0A0-29BC-F86F-24CC77DA475C}"/>
              </a:ext>
            </a:extLst>
          </p:cNvPr>
          <p:cNvSpPr/>
          <p:nvPr/>
        </p:nvSpPr>
        <p:spPr bwMode="auto">
          <a:xfrm>
            <a:off x="7176120" y="1949899"/>
            <a:ext cx="2448272" cy="334850"/>
          </a:xfrm>
          <a:prstGeom prst="roundRect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A2703FA-41D0-8895-761A-E3BDFDAADD57}"/>
              </a:ext>
            </a:extLst>
          </p:cNvPr>
          <p:cNvSpPr/>
          <p:nvPr/>
        </p:nvSpPr>
        <p:spPr bwMode="auto">
          <a:xfrm>
            <a:off x="6883606" y="2424827"/>
            <a:ext cx="1905448" cy="369332"/>
          </a:xfrm>
          <a:prstGeom prst="roundRect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C61E0051-0EF8-A1A9-B541-8D55D5E8E46D}"/>
              </a:ext>
            </a:extLst>
          </p:cNvPr>
          <p:cNvGrpSpPr/>
          <p:nvPr/>
        </p:nvGrpSpPr>
        <p:grpSpPr>
          <a:xfrm>
            <a:off x="8581948" y="2564904"/>
            <a:ext cx="311304" cy="369332"/>
            <a:chOff x="9630717" y="2687879"/>
            <a:chExt cx="311304" cy="369332"/>
          </a:xfrm>
        </p:grpSpPr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864E0C56-19D8-C08B-F989-C0B53E46D6F6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64E1F26C-52B1-CBB0-3A70-65BB8D29A8C9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3</a:t>
              </a:r>
            </a:p>
          </p:txBody>
        </p:sp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1A2A9BF5-FA2E-872A-A453-A6AB56053597}"/>
              </a:ext>
            </a:extLst>
          </p:cNvPr>
          <p:cNvGrpSpPr/>
          <p:nvPr/>
        </p:nvGrpSpPr>
        <p:grpSpPr>
          <a:xfrm>
            <a:off x="9480376" y="2038926"/>
            <a:ext cx="311304" cy="369332"/>
            <a:chOff x="9630717" y="2687879"/>
            <a:chExt cx="311304" cy="369332"/>
          </a:xfrm>
        </p:grpSpPr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018C1FA0-C68E-D19C-5598-FA746AFA2487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E392444-A7D5-40CB-E1DF-A073E6190B4C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2</a:t>
              </a:r>
            </a:p>
          </p:txBody>
        </p:sp>
      </p:grpSp>
      <p:pic>
        <p:nvPicPr>
          <p:cNvPr id="18" name="圖片 17">
            <a:extLst>
              <a:ext uri="{FF2B5EF4-FFF2-40B4-BE49-F238E27FC236}">
                <a16:creationId xmlns:a16="http://schemas.microsoft.com/office/drawing/2014/main" id="{EFCDA9A4-4818-DCCE-C2A6-60D7EA2FA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9736" y="2934237"/>
            <a:ext cx="4759137" cy="27647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9" name="群組 18">
            <a:extLst>
              <a:ext uri="{FF2B5EF4-FFF2-40B4-BE49-F238E27FC236}">
                <a16:creationId xmlns:a16="http://schemas.microsoft.com/office/drawing/2014/main" id="{DE3F4A23-B757-53F8-DB2F-527374A3D9B4}"/>
              </a:ext>
            </a:extLst>
          </p:cNvPr>
          <p:cNvGrpSpPr/>
          <p:nvPr/>
        </p:nvGrpSpPr>
        <p:grpSpPr>
          <a:xfrm>
            <a:off x="2711565" y="6311154"/>
            <a:ext cx="308097" cy="369332"/>
            <a:chOff x="9638330" y="2689238"/>
            <a:chExt cx="308097" cy="369332"/>
          </a:xfrm>
        </p:grpSpPr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85524BA2-EA24-2E24-C2E4-A6B3EBB17D46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3153ACC6-4C99-ED09-65FF-FD8D6A7DCA3F}"/>
                </a:ext>
              </a:extLst>
            </p:cNvPr>
            <p:cNvSpPr/>
            <p:nvPr/>
          </p:nvSpPr>
          <p:spPr>
            <a:xfrm>
              <a:off x="9638330" y="2689238"/>
              <a:ext cx="308097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2</a:t>
              </a:r>
            </a:p>
          </p:txBody>
        </p:sp>
      </p:grpSp>
      <p:grpSp>
        <p:nvGrpSpPr>
          <p:cNvPr id="37" name="群組 36">
            <a:extLst>
              <a:ext uri="{FF2B5EF4-FFF2-40B4-BE49-F238E27FC236}">
                <a16:creationId xmlns:a16="http://schemas.microsoft.com/office/drawing/2014/main" id="{63AE6DD8-80A0-9C30-532C-FC992E110A26}"/>
              </a:ext>
            </a:extLst>
          </p:cNvPr>
          <p:cNvGrpSpPr/>
          <p:nvPr/>
        </p:nvGrpSpPr>
        <p:grpSpPr>
          <a:xfrm>
            <a:off x="3247568" y="6311154"/>
            <a:ext cx="308097" cy="369332"/>
            <a:chOff x="9638330" y="2689238"/>
            <a:chExt cx="308097" cy="369332"/>
          </a:xfrm>
        </p:grpSpPr>
        <p:sp>
          <p:nvSpPr>
            <p:cNvPr id="38" name="橢圓 37">
              <a:extLst>
                <a:ext uri="{FF2B5EF4-FFF2-40B4-BE49-F238E27FC236}">
                  <a16:creationId xmlns:a16="http://schemas.microsoft.com/office/drawing/2014/main" id="{EE2BA5F8-5223-BF4E-C234-8C7B320EDF1E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AD6EA43D-51D4-584B-DAB3-74C2AADDE05F}"/>
                </a:ext>
              </a:extLst>
            </p:cNvPr>
            <p:cNvSpPr/>
            <p:nvPr/>
          </p:nvSpPr>
          <p:spPr>
            <a:xfrm>
              <a:off x="9638330" y="2689238"/>
              <a:ext cx="308097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3</a:t>
              </a:r>
            </a:p>
          </p:txBody>
        </p:sp>
      </p:grp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B9D884E1-FF27-2F46-31A0-6037DF3DA9C2}"/>
              </a:ext>
            </a:extLst>
          </p:cNvPr>
          <p:cNvCxnSpPr>
            <a:cxnSpLocks/>
            <a:stCxn id="66" idx="1"/>
          </p:cNvCxnSpPr>
          <p:nvPr/>
        </p:nvCxnSpPr>
        <p:spPr>
          <a:xfrm rot="10800000" flipH="1" flipV="1">
            <a:off x="2541696" y="2612932"/>
            <a:ext cx="1178035" cy="1725527"/>
          </a:xfrm>
          <a:prstGeom prst="bentConnector4">
            <a:avLst>
              <a:gd name="adj1" fmla="val -19405"/>
              <a:gd name="adj2" fmla="val 100377"/>
            </a:avLst>
          </a:prstGeom>
          <a:ln w="38100">
            <a:solidFill>
              <a:srgbClr val="C00000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596369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850BF-53AE-5612-71F1-2FEBA1D79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內容版面配置區 16">
            <a:extLst>
              <a:ext uri="{FF2B5EF4-FFF2-40B4-BE49-F238E27FC236}">
                <a16:creationId xmlns:a16="http://schemas.microsoft.com/office/drawing/2014/main" id="{81120D8E-7DF8-F8E5-AC9C-3097989C8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10747" y="1295400"/>
            <a:ext cx="10357805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CC5D0EC-F287-28A5-AFF5-ADE1FAA18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/>
              <a:t>如何切換表格數據</a:t>
            </a:r>
            <a:r>
              <a:rPr lang="en-US" altLang="zh-TW" sz="4000" b="1" dirty="0"/>
              <a:t>?</a:t>
            </a:r>
            <a:endParaRPr lang="zh-TW" altLang="en-US" sz="4000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634BBD1-DEE8-1945-0F3F-DB51B85EF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2572"/>
            <a:ext cx="2641600" cy="476250"/>
          </a:xfrm>
        </p:spPr>
        <p:txBody>
          <a:bodyPr/>
          <a:lstStyle/>
          <a:p>
            <a:pPr>
              <a:defRPr/>
            </a:pPr>
            <a:fld id="{852CDCC6-45B8-42E7-8F1E-49E4E4D3993A}" type="slidenum">
              <a:rPr lang="en-US" altLang="zh-TW" smtClean="0"/>
              <a:pPr>
                <a:defRPr/>
              </a:pPr>
              <a:t>4</a:t>
            </a:fld>
            <a:endParaRPr lang="en-US" altLang="zh-TW" dirty="0"/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DC0CC5AB-1673-C6CA-651E-4F702CB5C1D7}"/>
              </a:ext>
            </a:extLst>
          </p:cNvPr>
          <p:cNvSpPr/>
          <p:nvPr/>
        </p:nvSpPr>
        <p:spPr bwMode="auto">
          <a:xfrm>
            <a:off x="6883606" y="2235443"/>
            <a:ext cx="1905448" cy="369332"/>
          </a:xfrm>
          <a:prstGeom prst="roundRect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2005BBE-03F1-8DEB-4DDC-F13F9C12BA10}"/>
              </a:ext>
            </a:extLst>
          </p:cNvPr>
          <p:cNvSpPr/>
          <p:nvPr/>
        </p:nvSpPr>
        <p:spPr bwMode="auto">
          <a:xfrm>
            <a:off x="2567608" y="2604775"/>
            <a:ext cx="7056784" cy="3197513"/>
          </a:xfrm>
          <a:prstGeom prst="rect">
            <a:avLst/>
          </a:prstGeom>
          <a:noFill/>
          <a:ln w="38100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B0DE857C-5EEE-87E2-67F8-7B23930AB6A4}"/>
              </a:ext>
            </a:extLst>
          </p:cNvPr>
          <p:cNvSpPr/>
          <p:nvPr/>
        </p:nvSpPr>
        <p:spPr bwMode="auto">
          <a:xfrm>
            <a:off x="7176120" y="1760515"/>
            <a:ext cx="2448272" cy="334850"/>
          </a:xfrm>
          <a:prstGeom prst="roundRect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54A6AE5C-1B15-6276-8D39-DB6BEF3A9B61}"/>
              </a:ext>
            </a:extLst>
          </p:cNvPr>
          <p:cNvGrpSpPr/>
          <p:nvPr/>
        </p:nvGrpSpPr>
        <p:grpSpPr>
          <a:xfrm>
            <a:off x="9480376" y="1849542"/>
            <a:ext cx="311304" cy="369332"/>
            <a:chOff x="9630717" y="2687879"/>
            <a:chExt cx="311304" cy="369332"/>
          </a:xfrm>
        </p:grpSpPr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649CCAF1-6051-DED9-9FA6-4FA5351ECC3F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E58BA02-4993-4802-7163-D2A217384D9B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2</a:t>
              </a:r>
            </a:p>
          </p:txBody>
        </p:sp>
      </p:grpSp>
      <p:cxnSp>
        <p:nvCxnSpPr>
          <p:cNvPr id="24" name="直線單箭頭接點 40">
            <a:extLst>
              <a:ext uri="{FF2B5EF4-FFF2-40B4-BE49-F238E27FC236}">
                <a16:creationId xmlns:a16="http://schemas.microsoft.com/office/drawing/2014/main" id="{22F5640A-49B3-12B0-B2B4-5E60D3ED7B30}"/>
              </a:ext>
            </a:extLst>
          </p:cNvPr>
          <p:cNvCxnSpPr>
            <a:cxnSpLocks/>
            <a:stCxn id="14" idx="3"/>
            <a:endCxn id="6" idx="7"/>
          </p:cNvCxnSpPr>
          <p:nvPr/>
        </p:nvCxnSpPr>
        <p:spPr>
          <a:xfrm flipH="1">
            <a:off x="8836650" y="2133258"/>
            <a:ext cx="700329" cy="327879"/>
          </a:xfrm>
          <a:prstGeom prst="straightConnector1">
            <a:avLst/>
          </a:prstGeom>
          <a:ln w="38100">
            <a:solidFill>
              <a:srgbClr val="C00000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4590456B-D95B-6D13-791F-2D653F08A6B6}"/>
              </a:ext>
            </a:extLst>
          </p:cNvPr>
          <p:cNvGrpSpPr/>
          <p:nvPr/>
        </p:nvGrpSpPr>
        <p:grpSpPr>
          <a:xfrm>
            <a:off x="766232" y="6313192"/>
            <a:ext cx="308098" cy="369332"/>
            <a:chOff x="9638329" y="2689238"/>
            <a:chExt cx="308098" cy="369332"/>
          </a:xfrm>
        </p:grpSpPr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3A760C56-F452-3D46-0D23-F3688E5B23F9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A34D8CA6-FB12-4305-F40D-08078F8FF278}"/>
                </a:ext>
              </a:extLst>
            </p:cNvPr>
            <p:cNvSpPr/>
            <p:nvPr/>
          </p:nvSpPr>
          <p:spPr>
            <a:xfrm>
              <a:off x="9638329" y="2689238"/>
              <a:ext cx="308098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5</a:t>
              </a:r>
              <a:endPara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endParaRPr>
            </a:p>
          </p:txBody>
        </p: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503F014C-6DB8-96F8-4FAB-31DEC842D34A}"/>
              </a:ext>
            </a:extLst>
          </p:cNvPr>
          <p:cNvSpPr/>
          <p:nvPr/>
        </p:nvSpPr>
        <p:spPr>
          <a:xfrm>
            <a:off x="1060539" y="6309115"/>
            <a:ext cx="818365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TW" alt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表格切換</a:t>
            </a:r>
            <a:r>
              <a: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: </a:t>
            </a:r>
            <a:r>
              <a:rPr lang="zh-TW" alt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根據        、         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所篩選的機台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/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規格 及 時間範圍進行資料的上的切換。</a:t>
            </a:r>
            <a:endParaRPr lang="en-US" altLang="zh-TW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grpSp>
        <p:nvGrpSpPr>
          <p:cNvPr id="50" name="群組 49">
            <a:extLst>
              <a:ext uri="{FF2B5EF4-FFF2-40B4-BE49-F238E27FC236}">
                <a16:creationId xmlns:a16="http://schemas.microsoft.com/office/drawing/2014/main" id="{7E21E567-D8ED-0C00-72CC-9A63D3C74FB5}"/>
              </a:ext>
            </a:extLst>
          </p:cNvPr>
          <p:cNvGrpSpPr/>
          <p:nvPr/>
        </p:nvGrpSpPr>
        <p:grpSpPr>
          <a:xfrm>
            <a:off x="2711565" y="6311154"/>
            <a:ext cx="308097" cy="369332"/>
            <a:chOff x="9638330" y="2689238"/>
            <a:chExt cx="308097" cy="369332"/>
          </a:xfrm>
        </p:grpSpPr>
        <p:sp>
          <p:nvSpPr>
            <p:cNvPr id="51" name="橢圓 50">
              <a:extLst>
                <a:ext uri="{FF2B5EF4-FFF2-40B4-BE49-F238E27FC236}">
                  <a16:creationId xmlns:a16="http://schemas.microsoft.com/office/drawing/2014/main" id="{0E7136FB-4BF3-FD65-7A73-9523FAEBFFE6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88CB30CE-1380-1DB1-7618-EFEE6EBCBB7E}"/>
                </a:ext>
              </a:extLst>
            </p:cNvPr>
            <p:cNvSpPr/>
            <p:nvPr/>
          </p:nvSpPr>
          <p:spPr>
            <a:xfrm>
              <a:off x="9638330" y="2689238"/>
              <a:ext cx="308097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2</a:t>
              </a:r>
            </a:p>
          </p:txBody>
        </p:sp>
      </p:grp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C3737878-85B2-0D2F-DB2D-A131F0179E76}"/>
              </a:ext>
            </a:extLst>
          </p:cNvPr>
          <p:cNvGrpSpPr/>
          <p:nvPr/>
        </p:nvGrpSpPr>
        <p:grpSpPr>
          <a:xfrm>
            <a:off x="3247568" y="6311154"/>
            <a:ext cx="308097" cy="369332"/>
            <a:chOff x="9638330" y="2689238"/>
            <a:chExt cx="308097" cy="369332"/>
          </a:xfrm>
        </p:grpSpPr>
        <p:sp>
          <p:nvSpPr>
            <p:cNvPr id="54" name="橢圓 53">
              <a:extLst>
                <a:ext uri="{FF2B5EF4-FFF2-40B4-BE49-F238E27FC236}">
                  <a16:creationId xmlns:a16="http://schemas.microsoft.com/office/drawing/2014/main" id="{402CAF7A-F772-2DD1-EE33-5906A1F9BBFB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AD54F3C3-54E0-0CAF-1F01-C77F0B6463C0}"/>
                </a:ext>
              </a:extLst>
            </p:cNvPr>
            <p:cNvSpPr/>
            <p:nvPr/>
          </p:nvSpPr>
          <p:spPr>
            <a:xfrm>
              <a:off x="9638330" y="2689238"/>
              <a:ext cx="308097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3</a:t>
              </a: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9963EAB6-90EC-1EE2-A1AC-8A8E33501E31}"/>
              </a:ext>
            </a:extLst>
          </p:cNvPr>
          <p:cNvSpPr/>
          <p:nvPr/>
        </p:nvSpPr>
        <p:spPr bwMode="auto">
          <a:xfrm>
            <a:off x="2415894" y="2884929"/>
            <a:ext cx="7360212" cy="2647077"/>
          </a:xfrm>
          <a:prstGeom prst="rect">
            <a:avLst/>
          </a:prstGeom>
          <a:solidFill>
            <a:schemeClr val="accent3">
              <a:lumMod val="6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A1D4C667-39DD-A8B1-6552-2CCFADCF8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3292" y="2671556"/>
            <a:ext cx="794308" cy="3133708"/>
          </a:xfrm>
          <a:prstGeom prst="rect">
            <a:avLst/>
          </a:prstGeom>
          <a:ln w="19050">
            <a:solidFill>
              <a:srgbClr val="0000FF"/>
            </a:solidFill>
          </a:ln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110735AB-2E53-8978-BAB6-BF9B6A84E7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7431" y="2671556"/>
            <a:ext cx="794308" cy="670028"/>
          </a:xfrm>
          <a:prstGeom prst="rect">
            <a:avLst/>
          </a:prstGeom>
          <a:ln w="19050">
            <a:solidFill>
              <a:srgbClr val="0000FF"/>
            </a:solidFill>
          </a:ln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60B41D90-3E24-E969-6155-B3FC34EA43F4}"/>
              </a:ext>
            </a:extLst>
          </p:cNvPr>
          <p:cNvGrpSpPr/>
          <p:nvPr/>
        </p:nvGrpSpPr>
        <p:grpSpPr>
          <a:xfrm>
            <a:off x="8581948" y="2375520"/>
            <a:ext cx="311304" cy="369332"/>
            <a:chOff x="9630717" y="2687879"/>
            <a:chExt cx="311304" cy="369332"/>
          </a:xfrm>
        </p:grpSpPr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E3F7CDCA-197A-0BDA-8E7D-B257314A757D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08F3C55-F605-5691-B18E-980125883F99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3</a:t>
              </a:r>
            </a:p>
          </p:txBody>
        </p:sp>
      </p:grpSp>
      <p:cxnSp>
        <p:nvCxnSpPr>
          <p:cNvPr id="21" name="直線單箭頭接點 40">
            <a:extLst>
              <a:ext uri="{FF2B5EF4-FFF2-40B4-BE49-F238E27FC236}">
                <a16:creationId xmlns:a16="http://schemas.microsoft.com/office/drawing/2014/main" id="{F32AF2C7-9DFD-4603-6930-63CC247FAA76}"/>
              </a:ext>
            </a:extLst>
          </p:cNvPr>
          <p:cNvCxnSpPr>
            <a:cxnSpLocks/>
            <a:stCxn id="14" idx="6"/>
            <a:endCxn id="8" idx="3"/>
          </p:cNvCxnSpPr>
          <p:nvPr/>
        </p:nvCxnSpPr>
        <p:spPr>
          <a:xfrm>
            <a:off x="9776106" y="2034209"/>
            <a:ext cx="12700" cy="2174259"/>
          </a:xfrm>
          <a:prstGeom prst="bentConnector3">
            <a:avLst>
              <a:gd name="adj1" fmla="val 1800000"/>
            </a:avLst>
          </a:prstGeom>
          <a:ln w="38100">
            <a:solidFill>
              <a:srgbClr val="C00000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7A987944-2F31-DE98-3F56-EA7396F300F4}"/>
              </a:ext>
            </a:extLst>
          </p:cNvPr>
          <p:cNvGrpSpPr/>
          <p:nvPr/>
        </p:nvGrpSpPr>
        <p:grpSpPr>
          <a:xfrm>
            <a:off x="9599309" y="5313112"/>
            <a:ext cx="311304" cy="369332"/>
            <a:chOff x="9630717" y="2687879"/>
            <a:chExt cx="311304" cy="369332"/>
          </a:xfrm>
        </p:grpSpPr>
        <p:sp>
          <p:nvSpPr>
            <p:cNvPr id="19" name="橢圓 18">
              <a:extLst>
                <a:ext uri="{FF2B5EF4-FFF2-40B4-BE49-F238E27FC236}">
                  <a16:creationId xmlns:a16="http://schemas.microsoft.com/office/drawing/2014/main" id="{B2068A92-FA8D-2290-AE37-1FF4F3F29557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E47B7D75-A151-DE05-329D-159F402BAAF3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5643393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32401-EBD1-483D-045A-10E9734FB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內容版面配置區 16">
            <a:extLst>
              <a:ext uri="{FF2B5EF4-FFF2-40B4-BE49-F238E27FC236}">
                <a16:creationId xmlns:a16="http://schemas.microsoft.com/office/drawing/2014/main" id="{65D4DAE2-9FE3-267D-8A97-BD5CE4187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10747" y="1514749"/>
            <a:ext cx="10357805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4ED73F02-0645-7682-0486-462BF0E2A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/>
              <a:t>如何新增資料</a:t>
            </a:r>
            <a:r>
              <a:rPr lang="en-US" altLang="zh-TW" sz="4000" b="1" dirty="0"/>
              <a:t>?</a:t>
            </a:r>
            <a:endParaRPr lang="zh-TW" altLang="en-US" sz="4000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126A10-930D-B51F-7AF7-F6782EA8C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81750"/>
            <a:ext cx="2641600" cy="476250"/>
          </a:xfrm>
        </p:spPr>
        <p:txBody>
          <a:bodyPr/>
          <a:lstStyle/>
          <a:p>
            <a:pPr>
              <a:defRPr/>
            </a:pPr>
            <a:fld id="{852CDCC6-45B8-42E7-8F1E-49E4E4D3993A}" type="slidenum">
              <a:rPr lang="en-US" altLang="zh-TW" smtClean="0"/>
              <a:pPr>
                <a:defRPr/>
              </a:pPr>
              <a:t>5</a:t>
            </a:fld>
            <a:endParaRPr lang="en-US" altLang="zh-TW"/>
          </a:p>
        </p:txBody>
      </p: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F2AFABC5-8F1F-9B60-D953-E35D7FA00F91}"/>
              </a:ext>
            </a:extLst>
          </p:cNvPr>
          <p:cNvGrpSpPr/>
          <p:nvPr/>
        </p:nvGrpSpPr>
        <p:grpSpPr>
          <a:xfrm>
            <a:off x="766233" y="6344059"/>
            <a:ext cx="308097" cy="369332"/>
            <a:chOff x="9638330" y="2689238"/>
            <a:chExt cx="308097" cy="369332"/>
          </a:xfrm>
        </p:grpSpPr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234BE9C8-903A-E75F-CFF8-2FC469F1A291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E50CB102-AA2C-9598-5007-AFC9266BA246}"/>
                </a:ext>
              </a:extLst>
            </p:cNvPr>
            <p:cNvSpPr/>
            <p:nvPr/>
          </p:nvSpPr>
          <p:spPr>
            <a:xfrm>
              <a:off x="9638330" y="2689238"/>
              <a:ext cx="308097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4</a:t>
              </a:r>
            </a:p>
          </p:txBody>
        </p: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2D507742-EC69-7DDF-27DC-E3DBEE9378DF}"/>
              </a:ext>
            </a:extLst>
          </p:cNvPr>
          <p:cNvSpPr/>
          <p:nvPr/>
        </p:nvSpPr>
        <p:spPr>
          <a:xfrm>
            <a:off x="1074330" y="6186199"/>
            <a:ext cx="1031564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新增數據</a:t>
            </a:r>
            <a:r>
              <a: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: </a:t>
            </a:r>
            <a:r>
              <a:rPr lang="zh-TW" alt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使用者點選按鈕後，系統會彈出視窗讓作業人員輸入所量測的數據。</a:t>
            </a:r>
            <a:endParaRPr lang="en-US" altLang="zh-TW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zh-TW" alt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點選 </a:t>
            </a:r>
            <a:r>
              <a: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Insert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       系統會再次彈出視窗告知作業人員該規格標準，確認數據無誤後再次按下確認鍵即可。</a:t>
            </a:r>
            <a:endParaRPr lang="en-US" altLang="zh-TW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0BB1DCE1-02B0-8F90-251C-26CB571E8667}"/>
              </a:ext>
            </a:extLst>
          </p:cNvPr>
          <p:cNvSpPr/>
          <p:nvPr/>
        </p:nvSpPr>
        <p:spPr bwMode="auto">
          <a:xfrm>
            <a:off x="8908827" y="2454791"/>
            <a:ext cx="715565" cy="360447"/>
          </a:xfrm>
          <a:prstGeom prst="roundRect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144BA13E-B2B4-1774-DFC5-7DDEDCD8BAE4}"/>
              </a:ext>
            </a:extLst>
          </p:cNvPr>
          <p:cNvGrpSpPr/>
          <p:nvPr/>
        </p:nvGrpSpPr>
        <p:grpSpPr>
          <a:xfrm>
            <a:off x="9480376" y="2594869"/>
            <a:ext cx="311304" cy="369332"/>
            <a:chOff x="9630717" y="2687879"/>
            <a:chExt cx="311304" cy="369332"/>
          </a:xfrm>
        </p:grpSpPr>
        <p:sp>
          <p:nvSpPr>
            <p:cNvPr id="43" name="橢圓 42">
              <a:extLst>
                <a:ext uri="{FF2B5EF4-FFF2-40B4-BE49-F238E27FC236}">
                  <a16:creationId xmlns:a16="http://schemas.microsoft.com/office/drawing/2014/main" id="{07FF4548-DA6B-788F-8A00-88715248A340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318AF2C4-63CB-3FE3-E770-A131844EBFE1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4</a:t>
              </a:r>
            </a:p>
          </p:txBody>
        </p:sp>
      </p:grpSp>
      <p:pic>
        <p:nvPicPr>
          <p:cNvPr id="46" name="圖片 45">
            <a:extLst>
              <a:ext uri="{FF2B5EF4-FFF2-40B4-BE49-F238E27FC236}">
                <a16:creationId xmlns:a16="http://schemas.microsoft.com/office/drawing/2014/main" id="{07BD3AE7-661D-CD53-1C43-06289CBC7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3632" y="3144293"/>
            <a:ext cx="2448272" cy="24683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1" name="圖片 50">
            <a:extLst>
              <a:ext uri="{FF2B5EF4-FFF2-40B4-BE49-F238E27FC236}">
                <a16:creationId xmlns:a16="http://schemas.microsoft.com/office/drawing/2014/main" id="{FD6FDDE4-6444-8CF7-FEC8-25314D2E6C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3074" y="3432325"/>
            <a:ext cx="2309270" cy="18931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3" name="矩形: 圓角 52">
            <a:extLst>
              <a:ext uri="{FF2B5EF4-FFF2-40B4-BE49-F238E27FC236}">
                <a16:creationId xmlns:a16="http://schemas.microsoft.com/office/drawing/2014/main" id="{FF1A9400-C9FE-83D5-B97C-7A7684615FEB}"/>
              </a:ext>
            </a:extLst>
          </p:cNvPr>
          <p:cNvSpPr/>
          <p:nvPr/>
        </p:nvSpPr>
        <p:spPr bwMode="auto">
          <a:xfrm>
            <a:off x="3969084" y="5232525"/>
            <a:ext cx="1262820" cy="369332"/>
          </a:xfrm>
          <a:prstGeom prst="roundRect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D00F177B-DFED-9497-583A-1AA66666CF79}"/>
              </a:ext>
            </a:extLst>
          </p:cNvPr>
          <p:cNvGrpSpPr/>
          <p:nvPr/>
        </p:nvGrpSpPr>
        <p:grpSpPr>
          <a:xfrm>
            <a:off x="5031294" y="5426923"/>
            <a:ext cx="311304" cy="369332"/>
            <a:chOff x="9630717" y="2687879"/>
            <a:chExt cx="311304" cy="369332"/>
          </a:xfrm>
        </p:grpSpPr>
        <p:sp>
          <p:nvSpPr>
            <p:cNvPr id="55" name="橢圓 54">
              <a:extLst>
                <a:ext uri="{FF2B5EF4-FFF2-40B4-BE49-F238E27FC236}">
                  <a16:creationId xmlns:a16="http://schemas.microsoft.com/office/drawing/2014/main" id="{93DEDBFE-BEB7-88F2-55ED-D1E1847255EB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222DD559-4D5D-5FC1-59DA-EF53B2883B88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6</a:t>
              </a:r>
            </a:p>
          </p:txBody>
        </p:sp>
      </p:grpSp>
      <p:cxnSp>
        <p:nvCxnSpPr>
          <p:cNvPr id="59" name="直線單箭頭接點 40">
            <a:extLst>
              <a:ext uri="{FF2B5EF4-FFF2-40B4-BE49-F238E27FC236}">
                <a16:creationId xmlns:a16="http://schemas.microsoft.com/office/drawing/2014/main" id="{42B5D2D7-C159-221D-1EDA-66806C6108F5}"/>
              </a:ext>
            </a:extLst>
          </p:cNvPr>
          <p:cNvCxnSpPr>
            <a:cxnSpLocks/>
            <a:endCxn id="46" idx="1"/>
          </p:cNvCxnSpPr>
          <p:nvPr/>
        </p:nvCxnSpPr>
        <p:spPr>
          <a:xfrm rot="10800000" flipV="1">
            <a:off x="2783632" y="2639452"/>
            <a:ext cx="6125196" cy="1739031"/>
          </a:xfrm>
          <a:prstGeom prst="bentConnector3">
            <a:avLst>
              <a:gd name="adj1" fmla="val 106376"/>
            </a:avLst>
          </a:prstGeom>
          <a:ln w="38100">
            <a:solidFill>
              <a:srgbClr val="C00000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40">
            <a:extLst>
              <a:ext uri="{FF2B5EF4-FFF2-40B4-BE49-F238E27FC236}">
                <a16:creationId xmlns:a16="http://schemas.microsoft.com/office/drawing/2014/main" id="{2FBB1B39-FAC2-D0BE-A1B3-C7382469DBF8}"/>
              </a:ext>
            </a:extLst>
          </p:cNvPr>
          <p:cNvCxnSpPr>
            <a:cxnSpLocks/>
            <a:stCxn id="46" idx="3"/>
            <a:endCxn id="51" idx="1"/>
          </p:cNvCxnSpPr>
          <p:nvPr/>
        </p:nvCxnSpPr>
        <p:spPr>
          <a:xfrm>
            <a:off x="5231904" y="4378484"/>
            <a:ext cx="1651170" cy="434"/>
          </a:xfrm>
          <a:prstGeom prst="bentConnector3">
            <a:avLst>
              <a:gd name="adj1" fmla="val 50000"/>
            </a:avLst>
          </a:prstGeom>
          <a:ln w="38100">
            <a:solidFill>
              <a:srgbClr val="3333FF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群組 76">
            <a:extLst>
              <a:ext uri="{FF2B5EF4-FFF2-40B4-BE49-F238E27FC236}">
                <a16:creationId xmlns:a16="http://schemas.microsoft.com/office/drawing/2014/main" id="{7CB4B626-7DA9-278B-CF32-A58EA4996D73}"/>
              </a:ext>
            </a:extLst>
          </p:cNvPr>
          <p:cNvGrpSpPr/>
          <p:nvPr/>
        </p:nvGrpSpPr>
        <p:grpSpPr>
          <a:xfrm>
            <a:off x="2279576" y="6463198"/>
            <a:ext cx="311304" cy="369332"/>
            <a:chOff x="9630717" y="2687879"/>
            <a:chExt cx="311304" cy="369332"/>
          </a:xfrm>
        </p:grpSpPr>
        <p:sp>
          <p:nvSpPr>
            <p:cNvPr id="78" name="橢圓 77">
              <a:extLst>
                <a:ext uri="{FF2B5EF4-FFF2-40B4-BE49-F238E27FC236}">
                  <a16:creationId xmlns:a16="http://schemas.microsoft.com/office/drawing/2014/main" id="{A0FF2372-DF5A-AB59-CCE0-6E860769796A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911014EC-9521-56ED-0E0E-E9882257AF55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771222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9CF80-C516-B08E-0CD6-6C7B3A373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CBB404-79E1-B38D-15DA-40972FCA2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SPC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系統控卡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8FEEE06-2232-AD3C-3305-873734501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2143"/>
            <a:ext cx="2641600" cy="476250"/>
          </a:xfrm>
        </p:spPr>
        <p:txBody>
          <a:bodyPr/>
          <a:lstStyle/>
          <a:p>
            <a:pPr>
              <a:defRPr/>
            </a:pPr>
            <a:fld id="{852CDCC6-45B8-42E7-8F1E-49E4E4D3993A}" type="slidenum">
              <a:rPr lang="en-US" altLang="zh-TW" smtClean="0"/>
              <a:pPr>
                <a:defRPr/>
              </a:pPr>
              <a:t>6</a:t>
            </a:fld>
            <a:endParaRPr lang="en-US" altLang="zh-TW" dirty="0"/>
          </a:p>
        </p:txBody>
      </p: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E8A3250C-BE15-93E1-A488-95B4A8A2E71E}"/>
              </a:ext>
            </a:extLst>
          </p:cNvPr>
          <p:cNvGrpSpPr/>
          <p:nvPr/>
        </p:nvGrpSpPr>
        <p:grpSpPr>
          <a:xfrm>
            <a:off x="815433" y="5192170"/>
            <a:ext cx="308097" cy="369332"/>
            <a:chOff x="9638330" y="2689238"/>
            <a:chExt cx="308097" cy="369332"/>
          </a:xfrm>
        </p:grpSpPr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8B53CBE6-F4D5-CC43-3CB9-F42CC7987B10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C56FD9B9-21B9-C837-F775-CE4A1C2D1ADC}"/>
                </a:ext>
              </a:extLst>
            </p:cNvPr>
            <p:cNvSpPr/>
            <p:nvPr/>
          </p:nvSpPr>
          <p:spPr>
            <a:xfrm>
              <a:off x="9638330" y="2689238"/>
              <a:ext cx="308097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7</a:t>
              </a:r>
            </a:p>
          </p:txBody>
        </p: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50D9BCF4-0A50-7364-1781-A5F5F6AAF8A4}"/>
              </a:ext>
            </a:extLst>
          </p:cNvPr>
          <p:cNvSpPr/>
          <p:nvPr/>
        </p:nvSpPr>
        <p:spPr>
          <a:xfrm>
            <a:off x="1109739" y="5188093"/>
            <a:ext cx="6173485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若 下拉式選單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/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欄位 任一選項為空白，則無法進入下一步 </a:t>
            </a:r>
            <a:endParaRPr lang="en-US" altLang="zh-TW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1559D938-58DF-8F8F-4196-2067C874B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582" y="1813920"/>
            <a:ext cx="2911822" cy="2911822"/>
          </a:xfrm>
          <a:prstGeom prst="rect">
            <a:avLst/>
          </a:prstGeom>
          <a:ln w="38100" cap="sq">
            <a:solidFill>
              <a:srgbClr val="0000FF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6" name="群組 5">
            <a:extLst>
              <a:ext uri="{FF2B5EF4-FFF2-40B4-BE49-F238E27FC236}">
                <a16:creationId xmlns:a16="http://schemas.microsoft.com/office/drawing/2014/main" id="{3C84AEFF-9281-82BA-6688-EF64F22CBA1B}"/>
              </a:ext>
            </a:extLst>
          </p:cNvPr>
          <p:cNvGrpSpPr/>
          <p:nvPr/>
        </p:nvGrpSpPr>
        <p:grpSpPr>
          <a:xfrm>
            <a:off x="3608355" y="4516282"/>
            <a:ext cx="308097" cy="369332"/>
            <a:chOff x="9638330" y="2689238"/>
            <a:chExt cx="308097" cy="369332"/>
          </a:xfrm>
        </p:grpSpPr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A315BC98-71F4-AB7B-A7B3-913818446D12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A41C7ED-4406-39CC-3F55-2B81CBB51334}"/>
                </a:ext>
              </a:extLst>
            </p:cNvPr>
            <p:cNvSpPr/>
            <p:nvPr/>
          </p:nvSpPr>
          <p:spPr>
            <a:xfrm>
              <a:off x="9638330" y="2689238"/>
              <a:ext cx="308097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7</a:t>
              </a:r>
            </a:p>
          </p:txBody>
        </p:sp>
      </p:grpSp>
      <p:pic>
        <p:nvPicPr>
          <p:cNvPr id="20" name="圖片 19">
            <a:extLst>
              <a:ext uri="{FF2B5EF4-FFF2-40B4-BE49-F238E27FC236}">
                <a16:creationId xmlns:a16="http://schemas.microsoft.com/office/drawing/2014/main" id="{4B2900BB-A0DC-0932-BFAA-4DFE20C24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774" y="1813920"/>
            <a:ext cx="3558008" cy="2911822"/>
          </a:xfrm>
          <a:prstGeom prst="rect">
            <a:avLst/>
          </a:prstGeom>
          <a:ln w="38100">
            <a:solidFill>
              <a:srgbClr val="3333CC"/>
            </a:solidFill>
          </a:ln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DF3E5057-C795-3595-5644-3AA2C33BA9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9317" y="1813920"/>
            <a:ext cx="3534074" cy="2911822"/>
          </a:xfrm>
          <a:prstGeom prst="rect">
            <a:avLst/>
          </a:prstGeom>
          <a:ln w="38100">
            <a:solidFill>
              <a:srgbClr val="3333CC"/>
            </a:solidFill>
          </a:ln>
        </p:spPr>
      </p:pic>
      <p:grpSp>
        <p:nvGrpSpPr>
          <p:cNvPr id="9" name="群組 8">
            <a:extLst>
              <a:ext uri="{FF2B5EF4-FFF2-40B4-BE49-F238E27FC236}">
                <a16:creationId xmlns:a16="http://schemas.microsoft.com/office/drawing/2014/main" id="{5DE29FBD-A4CF-FC53-D2E8-232B0FB42E95}"/>
              </a:ext>
            </a:extLst>
          </p:cNvPr>
          <p:cNvGrpSpPr/>
          <p:nvPr/>
        </p:nvGrpSpPr>
        <p:grpSpPr>
          <a:xfrm>
            <a:off x="7417007" y="4521590"/>
            <a:ext cx="308097" cy="369332"/>
            <a:chOff x="9638330" y="2689238"/>
            <a:chExt cx="308097" cy="369332"/>
          </a:xfrm>
        </p:grpSpPr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6B7CB62B-D4A3-1A49-2797-8736CE40E6E6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94CD4B4-276D-04C2-CC63-BA7D824CB529}"/>
                </a:ext>
              </a:extLst>
            </p:cNvPr>
            <p:cNvSpPr/>
            <p:nvPr/>
          </p:nvSpPr>
          <p:spPr>
            <a:xfrm>
              <a:off x="9638330" y="2689238"/>
              <a:ext cx="308097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TW" sz="1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8</a:t>
              </a:r>
              <a:endPara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endParaRPr>
            </a:p>
          </p:txBody>
        </p:sp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35F7A493-BB1D-63C2-4BA7-90F0F4502A67}"/>
              </a:ext>
            </a:extLst>
          </p:cNvPr>
          <p:cNvGrpSpPr/>
          <p:nvPr/>
        </p:nvGrpSpPr>
        <p:grpSpPr>
          <a:xfrm>
            <a:off x="11214143" y="4514923"/>
            <a:ext cx="308097" cy="369332"/>
            <a:chOff x="9638330" y="2689238"/>
            <a:chExt cx="308097" cy="369332"/>
          </a:xfrm>
        </p:grpSpPr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438A6411-CEC9-C516-B44C-5DA9731F422A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EBEC3DD5-42C7-606D-34CE-A08F809F9E61}"/>
                </a:ext>
              </a:extLst>
            </p:cNvPr>
            <p:cNvSpPr/>
            <p:nvPr/>
          </p:nvSpPr>
          <p:spPr>
            <a:xfrm>
              <a:off x="9638330" y="2689238"/>
              <a:ext cx="308097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TW" sz="1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8</a:t>
              </a:r>
              <a:endPara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endParaRPr>
            </a:p>
          </p:txBody>
        </p:sp>
      </p:grp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3A08B49B-2683-21EE-400E-D962444D5664}"/>
              </a:ext>
            </a:extLst>
          </p:cNvPr>
          <p:cNvGrpSpPr/>
          <p:nvPr/>
        </p:nvGrpSpPr>
        <p:grpSpPr>
          <a:xfrm>
            <a:off x="815111" y="5665325"/>
            <a:ext cx="308097" cy="369332"/>
            <a:chOff x="9638330" y="2689238"/>
            <a:chExt cx="308097" cy="369332"/>
          </a:xfrm>
        </p:grpSpPr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B9BF5867-6361-FB63-FBB5-8D6D340ACF4F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82C576F7-46F2-90A6-DED8-81DF4017B6BD}"/>
                </a:ext>
              </a:extLst>
            </p:cNvPr>
            <p:cNvSpPr/>
            <p:nvPr/>
          </p:nvSpPr>
          <p:spPr>
            <a:xfrm>
              <a:off x="9638330" y="2689238"/>
              <a:ext cx="308097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8</a:t>
              </a:r>
            </a:p>
          </p:txBody>
        </p:sp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9F03F05A-4CDB-89B8-E6A6-85D843766642}"/>
              </a:ext>
            </a:extLst>
          </p:cNvPr>
          <p:cNvSpPr/>
          <p:nvPr/>
        </p:nvSpPr>
        <p:spPr>
          <a:xfrm>
            <a:off x="1109417" y="5661248"/>
            <a:ext cx="6773008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若 操作人員所輸入的量測值過小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/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過大，系統將以紅字標示異常。</a:t>
            </a:r>
            <a:endParaRPr lang="en-US" altLang="zh-TW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78338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44294-4AAC-137E-A8E8-3882809C5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圖片 50">
            <a:extLst>
              <a:ext uri="{FF2B5EF4-FFF2-40B4-BE49-F238E27FC236}">
                <a16:creationId xmlns:a16="http://schemas.microsoft.com/office/drawing/2014/main" id="{D03F41E2-85DA-3BB5-2F0B-095E0F737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833" y="1170244"/>
            <a:ext cx="5278626" cy="4805685"/>
          </a:xfrm>
          <a:prstGeom prst="rect">
            <a:avLst/>
          </a:prstGeom>
          <a:ln w="38100">
            <a:solidFill>
              <a:srgbClr val="3333CC"/>
            </a:solidFill>
          </a:ln>
        </p:spPr>
      </p:pic>
      <p:grpSp>
        <p:nvGrpSpPr>
          <p:cNvPr id="36" name="群組 35">
            <a:extLst>
              <a:ext uri="{FF2B5EF4-FFF2-40B4-BE49-F238E27FC236}">
                <a16:creationId xmlns:a16="http://schemas.microsoft.com/office/drawing/2014/main" id="{70A0EC5C-6512-A996-7F62-51BB94E6E9A8}"/>
              </a:ext>
            </a:extLst>
          </p:cNvPr>
          <p:cNvGrpSpPr/>
          <p:nvPr/>
        </p:nvGrpSpPr>
        <p:grpSpPr>
          <a:xfrm>
            <a:off x="11199530" y="5791263"/>
            <a:ext cx="308097" cy="369332"/>
            <a:chOff x="9638330" y="2689238"/>
            <a:chExt cx="308097" cy="369332"/>
          </a:xfrm>
        </p:grpSpPr>
        <p:sp>
          <p:nvSpPr>
            <p:cNvPr id="37" name="橢圓 36">
              <a:extLst>
                <a:ext uri="{FF2B5EF4-FFF2-40B4-BE49-F238E27FC236}">
                  <a16:creationId xmlns:a16="http://schemas.microsoft.com/office/drawing/2014/main" id="{FD15188E-EC37-477A-F1EB-F9D87F37BC9F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EA4DC18C-42EA-EBC9-3C40-DB179C3231A3}"/>
                </a:ext>
              </a:extLst>
            </p:cNvPr>
            <p:cNvSpPr/>
            <p:nvPr/>
          </p:nvSpPr>
          <p:spPr>
            <a:xfrm>
              <a:off x="9638330" y="2689238"/>
              <a:ext cx="308097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9</a:t>
              </a:r>
            </a:p>
          </p:txBody>
        </p:sp>
      </p:grpSp>
      <p:sp>
        <p:nvSpPr>
          <p:cNvPr id="2" name="標題 1">
            <a:extLst>
              <a:ext uri="{FF2B5EF4-FFF2-40B4-BE49-F238E27FC236}">
                <a16:creationId xmlns:a16="http://schemas.microsoft.com/office/drawing/2014/main" id="{BCB1B7AE-64EE-3245-CE38-558A6004D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SPC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系統控卡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CB0DF30-152F-96A5-AA62-A05935E39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2143"/>
            <a:ext cx="2641600" cy="476250"/>
          </a:xfrm>
        </p:spPr>
        <p:txBody>
          <a:bodyPr/>
          <a:lstStyle/>
          <a:p>
            <a:pPr>
              <a:defRPr/>
            </a:pPr>
            <a:fld id="{852CDCC6-45B8-42E7-8F1E-49E4E4D3993A}" type="slidenum">
              <a:rPr lang="en-US" altLang="zh-TW" smtClean="0"/>
              <a:pPr>
                <a:defRPr/>
              </a:pPr>
              <a:t>7</a:t>
            </a:fld>
            <a:endParaRPr lang="en-US" altLang="zh-TW" dirty="0"/>
          </a:p>
        </p:txBody>
      </p: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4B27E24B-6F59-FF5A-5290-8F1FCEFF1BAE}"/>
              </a:ext>
            </a:extLst>
          </p:cNvPr>
          <p:cNvGrpSpPr/>
          <p:nvPr/>
        </p:nvGrpSpPr>
        <p:grpSpPr>
          <a:xfrm>
            <a:off x="815433" y="6354219"/>
            <a:ext cx="308097" cy="369332"/>
            <a:chOff x="9638330" y="2689238"/>
            <a:chExt cx="308097" cy="369332"/>
          </a:xfrm>
        </p:grpSpPr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07D66347-6223-C3A1-C04D-32A8CA8A7B5B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72F332FB-1AF4-6CD0-00F5-B052C49FFB38}"/>
                </a:ext>
              </a:extLst>
            </p:cNvPr>
            <p:cNvSpPr/>
            <p:nvPr/>
          </p:nvSpPr>
          <p:spPr>
            <a:xfrm>
              <a:off x="9638330" y="2689238"/>
              <a:ext cx="308097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9</a:t>
              </a:r>
            </a:p>
          </p:txBody>
        </p: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FF875045-F24B-86F8-1F61-EF5BB79C96A0}"/>
              </a:ext>
            </a:extLst>
          </p:cNvPr>
          <p:cNvSpPr/>
          <p:nvPr/>
        </p:nvSpPr>
        <p:spPr>
          <a:xfrm>
            <a:off x="1109739" y="6350142"/>
            <a:ext cx="822532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TW" alt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若操作人員所輸入的量測值符合</a:t>
            </a:r>
            <a:r>
              <a: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SPC</a:t>
            </a:r>
            <a:r>
              <a:rPr lang="zh-TW" alt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任一模式，則系統將自動彈出視窗告知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。</a:t>
            </a:r>
            <a:endParaRPr lang="en-US" altLang="zh-TW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pic>
        <p:nvPicPr>
          <p:cNvPr id="48" name="圖片 47">
            <a:extLst>
              <a:ext uri="{FF2B5EF4-FFF2-40B4-BE49-F238E27FC236}">
                <a16:creationId xmlns:a16="http://schemas.microsoft.com/office/drawing/2014/main" id="{D1662049-1078-9BE8-6C63-809735B432F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233"/>
          <a:stretch/>
        </p:blipFill>
        <p:spPr bwMode="auto">
          <a:xfrm>
            <a:off x="767408" y="1170245"/>
            <a:ext cx="4844594" cy="4823980"/>
          </a:xfrm>
          <a:prstGeom prst="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4167258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kumimoji="1" sz="225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1pPr>
            <a:lvl2pPr marL="557213" indent="-21431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kumimoji="1" sz="195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2pPr>
            <a:lvl3pPr marL="857250" indent="-1714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kumimoji="1" sz="1725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4pPr>
            <a:lvl5pPr marL="1543050" indent="-17145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kumimoji="1" sz="1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5pPr>
            <a:lvl6pPr marL="1885950" indent="-17145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1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6pPr>
            <a:lvl7pPr marL="2228850" indent="-17145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1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7pPr>
            <a:lvl8pPr marL="2571750" indent="-17145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1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8pPr>
            <a:lvl9pPr marL="2914650" indent="-17145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1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C73AF34-EC42-4013-981E-DB7623898E0C}" type="slidenum">
              <a:rPr kumimoji="0" lang="en-US" altLang="zh-TW" sz="900"/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kumimoji="0" lang="en-US" altLang="zh-TW" sz="900"/>
          </a:p>
        </p:txBody>
      </p:sp>
      <p:sp>
        <p:nvSpPr>
          <p:cNvPr id="9" name="文字方塊 8"/>
          <p:cNvSpPr txBox="1"/>
          <p:nvPr/>
        </p:nvSpPr>
        <p:spPr>
          <a:xfrm>
            <a:off x="3827749" y="3104964"/>
            <a:ext cx="4682692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TW" sz="6600" b="1" dirty="0">
                <a:solidFill>
                  <a:schemeClr val="accent6"/>
                </a:solidFill>
              </a:rPr>
              <a:t>Thank You</a:t>
            </a:r>
            <a:endParaRPr lang="zh-TW" altLang="en-US" sz="6600" b="1" dirty="0">
              <a:solidFill>
                <a:schemeClr val="accent6"/>
              </a:solidFill>
            </a:endParaRPr>
          </a:p>
        </p:txBody>
      </p:sp>
      <p:pic>
        <p:nvPicPr>
          <p:cNvPr id="3" name="圖片 4">
            <a:extLst>
              <a:ext uri="{FF2B5EF4-FFF2-40B4-BE49-F238E27FC236}">
                <a16:creationId xmlns:a16="http://schemas.microsoft.com/office/drawing/2014/main" id="{B61F5CCA-8304-275B-7836-A71722FDAF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1058" y="5806804"/>
            <a:ext cx="3353134" cy="28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3BD6F592-411D-60CA-3A66-500AAA0E2C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400" y="6245225"/>
            <a:ext cx="91340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kumimoji="1" sz="3000" kern="12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kumimoji="1" sz="2600" kern="12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kumimoji="1" sz="2300" kern="12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  <a:cs typeface="+mn-cs"/>
              </a:defRPr>
            </a:lvl4pPr>
            <a:lvl5pPr marL="20574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TW" sz="1200" dirty="0"/>
              <a:t>Ver1.1.0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9525">
          <a:solidFill>
            <a:schemeClr val="accent2"/>
          </a:solidFill>
          <a:round/>
          <a:headEnd/>
          <a:tailEnd/>
        </a:ln>
      </a:spPr>
      <a:bodyPr/>
      <a:lstStyle>
        <a:defPPr>
          <a:defRPr/>
        </a:defPPr>
      </a:lstStyle>
    </a:sp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7974</TotalTime>
  <Words>248</Words>
  <Application>Microsoft Office PowerPoint</Application>
  <PresentationFormat>寬螢幕</PresentationFormat>
  <Paragraphs>65</Paragraphs>
  <Slides>8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5" baseType="lpstr">
      <vt:lpstr>微軟正黑體</vt:lpstr>
      <vt:lpstr>Aptos</vt:lpstr>
      <vt:lpstr>Arial</vt:lpstr>
      <vt:lpstr>Tahoma</vt:lpstr>
      <vt:lpstr>Verdana</vt:lpstr>
      <vt:lpstr>Wingdings</vt:lpstr>
      <vt:lpstr>Profile</vt:lpstr>
      <vt:lpstr>PowerPoint 簡報</vt:lpstr>
      <vt:lpstr>頁面功能介紹</vt:lpstr>
      <vt:lpstr>資料如何匯出?</vt:lpstr>
      <vt:lpstr>如何切換表格數據?</vt:lpstr>
      <vt:lpstr>如何新增資料?</vt:lpstr>
      <vt:lpstr>SPC系統控卡</vt:lpstr>
      <vt:lpstr>SPC系統控卡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MichaelLee</dc:creator>
  <cp:lastModifiedBy>蔡德龍 / TSAI，TE-LUNG</cp:lastModifiedBy>
  <cp:revision>869</cp:revision>
  <cp:lastPrinted>2022-08-12T03:29:57Z</cp:lastPrinted>
  <dcterms:created xsi:type="dcterms:W3CDTF">2004-02-23T01:50:34Z</dcterms:created>
  <dcterms:modified xsi:type="dcterms:W3CDTF">2025-05-23T01:31:48Z</dcterms:modified>
</cp:coreProperties>
</file>